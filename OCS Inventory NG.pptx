
<file path=[Content_Types].xml><?xml version="1.0" encoding="utf-8"?>
<Types xmlns="http://schemas.openxmlformats.org/package/2006/content-types">
  <Default Extension="fntdata" ContentType="application/x-fontdata"/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703" r:id="rId1"/>
  </p:sldMasterIdLst>
  <p:notesMasterIdLst>
    <p:notesMasterId r:id="rId13"/>
  </p:notesMasterIdLst>
  <p:sldIdLst>
    <p:sldId id="256" r:id="rId2"/>
    <p:sldId id="257" r:id="rId3"/>
    <p:sldId id="260" r:id="rId4"/>
    <p:sldId id="355" r:id="rId5"/>
    <p:sldId id="261" r:id="rId6"/>
    <p:sldId id="263" r:id="rId7"/>
    <p:sldId id="356" r:id="rId8"/>
    <p:sldId id="262" r:id="rId9"/>
    <p:sldId id="264" r:id="rId10"/>
    <p:sldId id="354" r:id="rId11"/>
    <p:sldId id="265" r:id="rId12"/>
  </p:sldIdLst>
  <p:sldSz cx="9144000" cy="5143500" type="screen16x9"/>
  <p:notesSz cx="6858000" cy="9144000"/>
  <p:embeddedFontLst>
    <p:embeddedFont>
      <p:font typeface="Crimson Text" panose="020B0604020202020204" charset="0"/>
      <p:regular r:id="rId14"/>
      <p:bold r:id="rId15"/>
      <p:italic r:id="rId16"/>
      <p:boldItalic r:id="rId17"/>
    </p:embeddedFont>
    <p:embeddedFont>
      <p:font typeface="Lato" panose="020F0502020204030203" pitchFamily="34" charset="0"/>
      <p:regular r:id="rId18"/>
      <p:bold r:id="rId19"/>
      <p:italic r:id="rId20"/>
      <p:boldItalic r:id="rId21"/>
    </p:embeddedFont>
    <p:embeddedFont>
      <p:font typeface="Montserrat" panose="00000500000000000000" pitchFamily="2" charset="0"/>
      <p:regular r:id="rId22"/>
      <p:bold r:id="rId23"/>
      <p:italic r:id="rId24"/>
      <p:boldItalic r:id="rId25"/>
    </p:embeddedFont>
    <p:embeddedFont>
      <p:font typeface="Montserrat Medium" panose="00000600000000000000" pitchFamily="2" charset="0"/>
      <p:regular r:id="rId26"/>
      <p:italic r:id="rId27"/>
    </p:embeddedFont>
    <p:embeddedFont>
      <p:font typeface="Vidaloka" panose="020B0604020202020204" charset="0"/>
      <p:regular r:id="rId28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1DE0A55-DF20-414D-8D3E-079017E2B907}" v="8" dt="2026-01-23T11:02:00.204"/>
  </p1510:revLst>
</p1510:revInfo>
</file>

<file path=ppt/tableStyles.xml><?xml version="1.0" encoding="utf-8"?>
<a:tblStyleLst xmlns:a="http://schemas.openxmlformats.org/drawingml/2006/main" def="{4D444111-C5A1-4809-B853-D05CE1CB4EFF}">
  <a:tblStyle styleId="{4D444111-C5A1-4809-B853-D05CE1CB4EFF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38" d="100"/>
          <a:sy n="138" d="100"/>
        </p:scale>
        <p:origin x="834" y="1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notesMaster" Target="notesMasters/notesMaster1.xml"/><Relationship Id="rId18" Type="http://schemas.openxmlformats.org/officeDocument/2006/relationships/font" Target="fonts/font5.fntdata"/><Relationship Id="rId26" Type="http://schemas.openxmlformats.org/officeDocument/2006/relationships/font" Target="fonts/font13.fntdata"/><Relationship Id="rId3" Type="http://schemas.openxmlformats.org/officeDocument/2006/relationships/slide" Target="slides/slide2.xml"/><Relationship Id="rId21" Type="http://schemas.openxmlformats.org/officeDocument/2006/relationships/font" Target="fonts/font8.fntdata"/><Relationship Id="rId34" Type="http://schemas.microsoft.com/office/2015/10/relationships/revisionInfo" Target="revisionInfo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4.fntdata"/><Relationship Id="rId25" Type="http://schemas.openxmlformats.org/officeDocument/2006/relationships/font" Target="fonts/font12.fntdata"/><Relationship Id="rId33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font" Target="fonts/font3.fntdata"/><Relationship Id="rId20" Type="http://schemas.openxmlformats.org/officeDocument/2006/relationships/font" Target="fonts/font7.fntdata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11.fntdata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font" Target="fonts/font2.fntdata"/><Relationship Id="rId23" Type="http://schemas.openxmlformats.org/officeDocument/2006/relationships/font" Target="fonts/font10.fntdata"/><Relationship Id="rId28" Type="http://schemas.openxmlformats.org/officeDocument/2006/relationships/font" Target="fonts/font15.fntdata"/><Relationship Id="rId10" Type="http://schemas.openxmlformats.org/officeDocument/2006/relationships/slide" Target="slides/slide9.xml"/><Relationship Id="rId19" Type="http://schemas.openxmlformats.org/officeDocument/2006/relationships/font" Target="fonts/font6.fntdata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1.fntdata"/><Relationship Id="rId22" Type="http://schemas.openxmlformats.org/officeDocument/2006/relationships/font" Target="fonts/font9.fntdata"/><Relationship Id="rId27" Type="http://schemas.openxmlformats.org/officeDocument/2006/relationships/font" Target="fonts/font14.fntdata"/><Relationship Id="rId30" Type="http://schemas.openxmlformats.org/officeDocument/2006/relationships/viewProps" Target="viewProps.xml"/><Relationship Id="rId8" Type="http://schemas.openxmlformats.org/officeDocument/2006/relationships/slide" Target="slides/slide7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Rafael Coelho de Carvalho" userId="51c111f3-26ab-4b5d-a89e-4df9614a1ab6" providerId="ADAL" clId="{048DCA52-07CD-4AC0-BB7D-B741C8C20CF8}"/>
    <pc:docChg chg="modSld">
      <pc:chgData name="Rafael Coelho de Carvalho" userId="51c111f3-26ab-4b5d-a89e-4df9614a1ab6" providerId="ADAL" clId="{048DCA52-07CD-4AC0-BB7D-B741C8C20CF8}" dt="2026-01-23T11:02:35.292" v="28" actId="208"/>
      <pc:docMkLst>
        <pc:docMk/>
      </pc:docMkLst>
      <pc:sldChg chg="addSp delSp modSp mod modAnim">
        <pc:chgData name="Rafael Coelho de Carvalho" userId="51c111f3-26ab-4b5d-a89e-4df9614a1ab6" providerId="ADAL" clId="{048DCA52-07CD-4AC0-BB7D-B741C8C20CF8}" dt="2026-01-23T11:02:35.292" v="28" actId="208"/>
        <pc:sldMkLst>
          <pc:docMk/>
          <pc:sldMk cId="0" sldId="263"/>
        </pc:sldMkLst>
        <pc:spChg chg="mod">
          <ac:chgData name="Rafael Coelho de Carvalho" userId="51c111f3-26ab-4b5d-a89e-4df9614a1ab6" providerId="ADAL" clId="{048DCA52-07CD-4AC0-BB7D-B741C8C20CF8}" dt="2026-01-23T11:01:56.578" v="18" actId="1076"/>
          <ac:spMkLst>
            <pc:docMk/>
            <pc:sldMk cId="0" sldId="263"/>
            <ac:spMk id="553" creationId="{00000000-0000-0000-0000-000000000000}"/>
          </ac:spMkLst>
        </pc:spChg>
        <pc:picChg chg="add del mod">
          <ac:chgData name="Rafael Coelho de Carvalho" userId="51c111f3-26ab-4b5d-a89e-4df9614a1ab6" providerId="ADAL" clId="{048DCA52-07CD-4AC0-BB7D-B741C8C20CF8}" dt="2026-01-23T11:01:47.088" v="15" actId="21"/>
          <ac:picMkLst>
            <pc:docMk/>
            <pc:sldMk cId="0" sldId="263"/>
            <ac:picMk id="2" creationId="{0ED1148E-87BD-EFF0-F197-4CCFA1883A11}"/>
          </ac:picMkLst>
        </pc:picChg>
        <pc:picChg chg="add mod">
          <ac:chgData name="Rafael Coelho de Carvalho" userId="51c111f3-26ab-4b5d-a89e-4df9614a1ab6" providerId="ADAL" clId="{048DCA52-07CD-4AC0-BB7D-B741C8C20CF8}" dt="2026-01-23T11:01:56.578" v="18" actId="1076"/>
          <ac:picMkLst>
            <pc:docMk/>
            <pc:sldMk cId="0" sldId="263"/>
            <ac:picMk id="3" creationId="{84B9D42D-04CB-5E4F-131F-0BC3FDBFD12D}"/>
          </ac:picMkLst>
        </pc:picChg>
        <pc:picChg chg="add mod">
          <ac:chgData name="Rafael Coelho de Carvalho" userId="51c111f3-26ab-4b5d-a89e-4df9614a1ab6" providerId="ADAL" clId="{048DCA52-07CD-4AC0-BB7D-B741C8C20CF8}" dt="2026-01-23T11:02:35.292" v="28" actId="208"/>
          <ac:picMkLst>
            <pc:docMk/>
            <pc:sldMk cId="0" sldId="263"/>
            <ac:picMk id="4" creationId="{C905626F-2ED5-BA12-B8C6-9BA728656490}"/>
          </ac:picMkLst>
        </pc:picChg>
        <pc:picChg chg="del">
          <ac:chgData name="Rafael Coelho de Carvalho" userId="51c111f3-26ab-4b5d-a89e-4df9614a1ab6" providerId="ADAL" clId="{048DCA52-07CD-4AC0-BB7D-B741C8C20CF8}" dt="2026-01-23T11:01:42.076" v="13" actId="21"/>
          <ac:picMkLst>
            <pc:docMk/>
            <pc:sldMk cId="0" sldId="263"/>
            <ac:picMk id="1026" creationId="{D30A2E6E-73EF-2036-EB81-46A288810B61}"/>
          </ac:picMkLst>
        </pc:picChg>
      </pc:sldChg>
      <pc:sldChg chg="modSp mod">
        <pc:chgData name="Rafael Coelho de Carvalho" userId="51c111f3-26ab-4b5d-a89e-4df9614a1ab6" providerId="ADAL" clId="{048DCA52-07CD-4AC0-BB7D-B741C8C20CF8}" dt="2026-01-23T10:50:24.988" v="12" actId="20577"/>
        <pc:sldMkLst>
          <pc:docMk/>
          <pc:sldMk cId="3277272354" sldId="356"/>
        </pc:sldMkLst>
        <pc:spChg chg="mod">
          <ac:chgData name="Rafael Coelho de Carvalho" userId="51c111f3-26ab-4b5d-a89e-4df9614a1ab6" providerId="ADAL" clId="{048DCA52-07CD-4AC0-BB7D-B741C8C20CF8}" dt="2026-01-23T10:50:24.988" v="12" actId="20577"/>
          <ac:spMkLst>
            <pc:docMk/>
            <pc:sldMk cId="3277272354" sldId="356"/>
            <ac:spMk id="3" creationId="{F6EEB373-6228-BF98-801D-69529BBDB1DE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9" name="Google Shape;479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80" name="Google Shape;480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5" name="Google Shape;485;gcc7554a049_0_35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86" name="Google Shape;486;gcc7554a049_0_35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1" name="Google Shape;531;gcd8a80d6bc_0_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32" name="Google Shape;532;gcd8a80d6bc_0_1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30">
          <a:extLst>
            <a:ext uri="{FF2B5EF4-FFF2-40B4-BE49-F238E27FC236}">
              <a16:creationId xmlns:a16="http://schemas.microsoft.com/office/drawing/2014/main" id="{3213E591-C76D-2869-CE69-792067DAB7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1" name="Google Shape;531;gcd8a80d6bc_0_17:notes">
            <a:extLst>
              <a:ext uri="{FF2B5EF4-FFF2-40B4-BE49-F238E27FC236}">
                <a16:creationId xmlns:a16="http://schemas.microsoft.com/office/drawing/2014/main" id="{09461291-9A51-6200-2681-32BAFAA9525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32" name="Google Shape;532;gcd8a80d6bc_0_17:notes">
            <a:extLst>
              <a:ext uri="{FF2B5EF4-FFF2-40B4-BE49-F238E27FC236}">
                <a16:creationId xmlns:a16="http://schemas.microsoft.com/office/drawing/2014/main" id="{317F35CD-9FC9-C400-7B68-EF3B333944D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29184425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7" name="Google Shape;537;g105aad17dc0_0_8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38" name="Google Shape;538;g105aad17dc0_0_8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0" name="Google Shape;550;g105aad17dc0_0_9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1" name="Google Shape;551;g105aad17dc0_0_9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3" name="Google Shape;543;gcd8a80d6bc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44" name="Google Shape;544;gcd8a80d6bc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6" name="Google Shape;556;gcc7554a049_0_36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7" name="Google Shape;557;gcc7554a049_0_36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2" name="Google Shape;562;g105aad17dc0_0_1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63" name="Google Shape;563;g105aad17dc0_0_12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 txBox="1">
            <a:spLocks noGrp="1"/>
          </p:cNvSpPr>
          <p:nvPr>
            <p:ph type="ctrTitle"/>
          </p:nvPr>
        </p:nvSpPr>
        <p:spPr>
          <a:xfrm>
            <a:off x="1039975" y="1248300"/>
            <a:ext cx="7064100" cy="205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65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0" name="Google Shape;10;p2"/>
          <p:cNvSpPr txBox="1">
            <a:spLocks noGrp="1"/>
          </p:cNvSpPr>
          <p:nvPr>
            <p:ph type="subTitle" idx="1"/>
          </p:nvPr>
        </p:nvSpPr>
        <p:spPr>
          <a:xfrm>
            <a:off x="1040000" y="3300900"/>
            <a:ext cx="7064100" cy="441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cxnSp>
        <p:nvCxnSpPr>
          <p:cNvPr id="11" name="Google Shape;11;p2"/>
          <p:cNvCxnSpPr/>
          <p:nvPr/>
        </p:nvCxnSpPr>
        <p:spPr>
          <a:xfrm>
            <a:off x="-72550" y="274100"/>
            <a:ext cx="92874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2" name="Google Shape;12;p2"/>
          <p:cNvCxnSpPr/>
          <p:nvPr/>
        </p:nvCxnSpPr>
        <p:spPr>
          <a:xfrm flipH="1">
            <a:off x="-257975" y="-72550"/>
            <a:ext cx="3047400" cy="1346400"/>
          </a:xfrm>
          <a:prstGeom prst="curvedConnector3">
            <a:avLst>
              <a:gd name="adj1" fmla="val 50000"/>
            </a:avLst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3" name="Google Shape;13;p2"/>
          <p:cNvCxnSpPr/>
          <p:nvPr/>
        </p:nvCxnSpPr>
        <p:spPr>
          <a:xfrm>
            <a:off x="-72550" y="4877450"/>
            <a:ext cx="92874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4" name="Google Shape;14;p2"/>
          <p:cNvCxnSpPr/>
          <p:nvPr/>
        </p:nvCxnSpPr>
        <p:spPr>
          <a:xfrm flipH="1">
            <a:off x="6467450" y="3935375"/>
            <a:ext cx="3047400" cy="1346400"/>
          </a:xfrm>
          <a:prstGeom prst="curvedConnector3">
            <a:avLst>
              <a:gd name="adj1" fmla="val 50000"/>
            </a:avLst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4"/>
          <p:cNvSpPr txBox="1">
            <a:spLocks noGrp="1"/>
          </p:cNvSpPr>
          <p:nvPr>
            <p:ph type="title"/>
          </p:nvPr>
        </p:nvSpPr>
        <p:spPr>
          <a:xfrm>
            <a:off x="713225" y="445025"/>
            <a:ext cx="47115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4"/>
          <p:cNvSpPr txBox="1">
            <a:spLocks noGrp="1"/>
          </p:cNvSpPr>
          <p:nvPr>
            <p:ph type="body" idx="1"/>
          </p:nvPr>
        </p:nvSpPr>
        <p:spPr>
          <a:xfrm>
            <a:off x="713250" y="1272925"/>
            <a:ext cx="7717500" cy="3295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Lato"/>
              <a:buChar char="●"/>
              <a:defRPr sz="1100"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■"/>
              <a:defRPr/>
            </a:lvl9pPr>
          </a:lstStyle>
          <a:p>
            <a:endParaRPr/>
          </a:p>
        </p:txBody>
      </p:sp>
      <p:cxnSp>
        <p:nvCxnSpPr>
          <p:cNvPr id="26" name="Google Shape;26;p4"/>
          <p:cNvCxnSpPr/>
          <p:nvPr/>
        </p:nvCxnSpPr>
        <p:spPr>
          <a:xfrm>
            <a:off x="-72550" y="274100"/>
            <a:ext cx="92874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7" name="Google Shape;27;p4"/>
          <p:cNvCxnSpPr/>
          <p:nvPr/>
        </p:nvCxnSpPr>
        <p:spPr>
          <a:xfrm>
            <a:off x="-72550" y="4877450"/>
            <a:ext cx="92874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8" name="Google Shape;28;p4"/>
          <p:cNvCxnSpPr/>
          <p:nvPr/>
        </p:nvCxnSpPr>
        <p:spPr>
          <a:xfrm>
            <a:off x="6884900" y="-113600"/>
            <a:ext cx="2565600" cy="1306200"/>
          </a:xfrm>
          <a:prstGeom prst="curvedConnector3">
            <a:avLst>
              <a:gd name="adj1" fmla="val 50000"/>
            </a:avLst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>
            <a:spLocks noGrp="1"/>
          </p:cNvSpPr>
          <p:nvPr>
            <p:ph type="subTitle" idx="1"/>
          </p:nvPr>
        </p:nvSpPr>
        <p:spPr>
          <a:xfrm>
            <a:off x="895950" y="1682000"/>
            <a:ext cx="3847200" cy="2379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●"/>
              <a:defRPr sz="14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56" name="Google Shape;56;p9"/>
          <p:cNvSpPr txBox="1">
            <a:spLocks noGrp="1"/>
          </p:cNvSpPr>
          <p:nvPr>
            <p:ph type="title"/>
          </p:nvPr>
        </p:nvSpPr>
        <p:spPr>
          <a:xfrm>
            <a:off x="713225" y="445025"/>
            <a:ext cx="56799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cxnSp>
        <p:nvCxnSpPr>
          <p:cNvPr id="57" name="Google Shape;57;p9"/>
          <p:cNvCxnSpPr/>
          <p:nvPr/>
        </p:nvCxnSpPr>
        <p:spPr>
          <a:xfrm>
            <a:off x="-72550" y="274100"/>
            <a:ext cx="92874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8" name="Google Shape;58;p9"/>
          <p:cNvCxnSpPr/>
          <p:nvPr/>
        </p:nvCxnSpPr>
        <p:spPr>
          <a:xfrm>
            <a:off x="-72550" y="4877450"/>
            <a:ext cx="92874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9" name="Google Shape;59;p9"/>
          <p:cNvCxnSpPr/>
          <p:nvPr/>
        </p:nvCxnSpPr>
        <p:spPr>
          <a:xfrm flipH="1">
            <a:off x="5925450" y="2797500"/>
            <a:ext cx="3378000" cy="2466900"/>
          </a:xfrm>
          <a:prstGeom prst="curvedConnector3">
            <a:avLst>
              <a:gd name="adj1" fmla="val 50000"/>
            </a:avLst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noFill/>
        <a:effectLst/>
      </p:bgPr>
    </p:bg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Quote">
  <p:cSld name="CUSTOM_2"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2410500" y="2808253"/>
            <a:ext cx="4323000" cy="497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48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4800"/>
              <a:buFont typeface="Crimson Text"/>
              <a:buNone/>
              <a:defRPr sz="4800">
                <a:latin typeface="Crimson Text"/>
                <a:ea typeface="Crimson Text"/>
                <a:cs typeface="Crimson Text"/>
                <a:sym typeface="Crimson Text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4800"/>
              <a:buFont typeface="Crimson Text"/>
              <a:buNone/>
              <a:defRPr sz="4800">
                <a:latin typeface="Crimson Text"/>
                <a:ea typeface="Crimson Text"/>
                <a:cs typeface="Crimson Text"/>
                <a:sym typeface="Crimson Text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4800"/>
              <a:buFont typeface="Crimson Text"/>
              <a:buNone/>
              <a:defRPr sz="4800">
                <a:latin typeface="Crimson Text"/>
                <a:ea typeface="Crimson Text"/>
                <a:cs typeface="Crimson Text"/>
                <a:sym typeface="Crimson Text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4800"/>
              <a:buFont typeface="Crimson Text"/>
              <a:buNone/>
              <a:defRPr sz="4800">
                <a:latin typeface="Crimson Text"/>
                <a:ea typeface="Crimson Text"/>
                <a:cs typeface="Crimson Text"/>
                <a:sym typeface="Crimson Text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4800"/>
              <a:buFont typeface="Crimson Text"/>
              <a:buNone/>
              <a:defRPr sz="4800">
                <a:latin typeface="Crimson Text"/>
                <a:ea typeface="Crimson Text"/>
                <a:cs typeface="Crimson Text"/>
                <a:sym typeface="Crimson Text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4800"/>
              <a:buFont typeface="Crimson Text"/>
              <a:buNone/>
              <a:defRPr sz="4800">
                <a:latin typeface="Crimson Text"/>
                <a:ea typeface="Crimson Text"/>
                <a:cs typeface="Crimson Text"/>
                <a:sym typeface="Crimson Text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4800"/>
              <a:buFont typeface="Crimson Text"/>
              <a:buNone/>
              <a:defRPr sz="4800">
                <a:latin typeface="Crimson Text"/>
                <a:ea typeface="Crimson Text"/>
                <a:cs typeface="Crimson Text"/>
                <a:sym typeface="Crimson Text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4800"/>
              <a:buFont typeface="Crimson Text"/>
              <a:buNone/>
              <a:defRPr sz="4800">
                <a:latin typeface="Crimson Text"/>
                <a:ea typeface="Crimson Text"/>
                <a:cs typeface="Crimson Text"/>
                <a:sym typeface="Crimson Text"/>
              </a:defRPr>
            </a:lvl9pPr>
          </a:lstStyle>
          <a:p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subTitle" idx="1"/>
          </p:nvPr>
        </p:nvSpPr>
        <p:spPr>
          <a:xfrm>
            <a:off x="1842900" y="1661963"/>
            <a:ext cx="5458200" cy="997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cxnSp>
        <p:nvCxnSpPr>
          <p:cNvPr id="116" name="Google Shape;116;p15"/>
          <p:cNvCxnSpPr/>
          <p:nvPr/>
        </p:nvCxnSpPr>
        <p:spPr>
          <a:xfrm>
            <a:off x="-72550" y="274100"/>
            <a:ext cx="92874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17" name="Google Shape;117;p15"/>
          <p:cNvCxnSpPr/>
          <p:nvPr/>
        </p:nvCxnSpPr>
        <p:spPr>
          <a:xfrm>
            <a:off x="-72550" y="4877450"/>
            <a:ext cx="92874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Quote 1">
  <p:cSld name="CUSTOM_12">
    <p:spTree>
      <p:nvGrpSpPr>
        <p:cNvPr id="1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6"/>
          <p:cNvSpPr txBox="1">
            <a:spLocks noGrp="1"/>
          </p:cNvSpPr>
          <p:nvPr>
            <p:ph type="title"/>
          </p:nvPr>
        </p:nvSpPr>
        <p:spPr>
          <a:xfrm>
            <a:off x="699900" y="2821263"/>
            <a:ext cx="4323000" cy="497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8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4800"/>
              <a:buFont typeface="Crimson Text"/>
              <a:buNone/>
              <a:defRPr sz="4800">
                <a:latin typeface="Crimson Text"/>
                <a:ea typeface="Crimson Text"/>
                <a:cs typeface="Crimson Text"/>
                <a:sym typeface="Crimson Text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4800"/>
              <a:buFont typeface="Crimson Text"/>
              <a:buNone/>
              <a:defRPr sz="4800">
                <a:latin typeface="Crimson Text"/>
                <a:ea typeface="Crimson Text"/>
                <a:cs typeface="Crimson Text"/>
                <a:sym typeface="Crimson Text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4800"/>
              <a:buFont typeface="Crimson Text"/>
              <a:buNone/>
              <a:defRPr sz="4800">
                <a:latin typeface="Crimson Text"/>
                <a:ea typeface="Crimson Text"/>
                <a:cs typeface="Crimson Text"/>
                <a:sym typeface="Crimson Text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4800"/>
              <a:buFont typeface="Crimson Text"/>
              <a:buNone/>
              <a:defRPr sz="4800">
                <a:latin typeface="Crimson Text"/>
                <a:ea typeface="Crimson Text"/>
                <a:cs typeface="Crimson Text"/>
                <a:sym typeface="Crimson Text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4800"/>
              <a:buFont typeface="Crimson Text"/>
              <a:buNone/>
              <a:defRPr sz="4800">
                <a:latin typeface="Crimson Text"/>
                <a:ea typeface="Crimson Text"/>
                <a:cs typeface="Crimson Text"/>
                <a:sym typeface="Crimson Text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4800"/>
              <a:buFont typeface="Crimson Text"/>
              <a:buNone/>
              <a:defRPr sz="4800">
                <a:latin typeface="Crimson Text"/>
                <a:ea typeface="Crimson Text"/>
                <a:cs typeface="Crimson Text"/>
                <a:sym typeface="Crimson Text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4800"/>
              <a:buFont typeface="Crimson Text"/>
              <a:buNone/>
              <a:defRPr sz="4800">
                <a:latin typeface="Crimson Text"/>
                <a:ea typeface="Crimson Text"/>
                <a:cs typeface="Crimson Text"/>
                <a:sym typeface="Crimson Text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4800"/>
              <a:buFont typeface="Crimson Text"/>
              <a:buNone/>
              <a:defRPr sz="4800">
                <a:latin typeface="Crimson Text"/>
                <a:ea typeface="Crimson Text"/>
                <a:cs typeface="Crimson Text"/>
                <a:sym typeface="Crimson Text"/>
              </a:defRPr>
            </a:lvl9pPr>
          </a:lstStyle>
          <a:p>
            <a:endParaRPr/>
          </a:p>
        </p:txBody>
      </p:sp>
      <p:sp>
        <p:nvSpPr>
          <p:cNvPr id="120" name="Google Shape;120;p16"/>
          <p:cNvSpPr txBox="1">
            <a:spLocks noGrp="1"/>
          </p:cNvSpPr>
          <p:nvPr>
            <p:ph type="subTitle" idx="1"/>
          </p:nvPr>
        </p:nvSpPr>
        <p:spPr>
          <a:xfrm>
            <a:off x="699900" y="1675902"/>
            <a:ext cx="5458200" cy="997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cxnSp>
        <p:nvCxnSpPr>
          <p:cNvPr id="121" name="Google Shape;121;p16"/>
          <p:cNvCxnSpPr/>
          <p:nvPr/>
        </p:nvCxnSpPr>
        <p:spPr>
          <a:xfrm>
            <a:off x="-72550" y="274100"/>
            <a:ext cx="92874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22" name="Google Shape;122;p16"/>
          <p:cNvCxnSpPr/>
          <p:nvPr/>
        </p:nvCxnSpPr>
        <p:spPr>
          <a:xfrm>
            <a:off x="-72550" y="4877450"/>
            <a:ext cx="92874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23" name="Google Shape;123;p16"/>
          <p:cNvCxnSpPr/>
          <p:nvPr/>
        </p:nvCxnSpPr>
        <p:spPr>
          <a:xfrm flipH="1">
            <a:off x="7454238" y="4053663"/>
            <a:ext cx="1926900" cy="1161000"/>
          </a:xfrm>
          <a:prstGeom prst="curvedConnector3">
            <a:avLst>
              <a:gd name="adj1" fmla="val 50000"/>
            </a:avLst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24" name="Google Shape;124;p16"/>
          <p:cNvCxnSpPr/>
          <p:nvPr/>
        </p:nvCxnSpPr>
        <p:spPr>
          <a:xfrm flipH="1">
            <a:off x="-237137" y="-71162"/>
            <a:ext cx="1926900" cy="1161000"/>
          </a:xfrm>
          <a:prstGeom prst="curvedConnector3">
            <a:avLst>
              <a:gd name="adj1" fmla="val 50000"/>
            </a:avLst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">
  <p:cSld name="CUSTOM_13">
    <p:spTree>
      <p:nvGrpSpPr>
        <p:cNvPr id="1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7"/>
          <p:cNvSpPr txBox="1">
            <a:spLocks noGrp="1"/>
          </p:cNvSpPr>
          <p:nvPr>
            <p:ph type="subTitle" idx="1"/>
          </p:nvPr>
        </p:nvSpPr>
        <p:spPr>
          <a:xfrm>
            <a:off x="2648400" y="1682000"/>
            <a:ext cx="3847200" cy="2379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●"/>
              <a:defRPr sz="1400"/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27" name="Google Shape;127;p17"/>
          <p:cNvSpPr txBox="1">
            <a:spLocks noGrp="1"/>
          </p:cNvSpPr>
          <p:nvPr>
            <p:ph type="title"/>
          </p:nvPr>
        </p:nvSpPr>
        <p:spPr>
          <a:xfrm>
            <a:off x="1732050" y="445025"/>
            <a:ext cx="56799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cxnSp>
        <p:nvCxnSpPr>
          <p:cNvPr id="128" name="Google Shape;128;p17"/>
          <p:cNvCxnSpPr/>
          <p:nvPr/>
        </p:nvCxnSpPr>
        <p:spPr>
          <a:xfrm>
            <a:off x="-72550" y="274100"/>
            <a:ext cx="92874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29" name="Google Shape;129;p17"/>
          <p:cNvCxnSpPr/>
          <p:nvPr/>
        </p:nvCxnSpPr>
        <p:spPr>
          <a:xfrm>
            <a:off x="-72550" y="4877450"/>
            <a:ext cx="92874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30" name="Google Shape;130;p17"/>
          <p:cNvCxnSpPr/>
          <p:nvPr/>
        </p:nvCxnSpPr>
        <p:spPr>
          <a:xfrm>
            <a:off x="-250225" y="4076450"/>
            <a:ext cx="1926900" cy="1161000"/>
          </a:xfrm>
          <a:prstGeom prst="curvedConnector3">
            <a:avLst>
              <a:gd name="adj1" fmla="val 50000"/>
            </a:avLst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31" name="Google Shape;131;p17"/>
          <p:cNvCxnSpPr/>
          <p:nvPr/>
        </p:nvCxnSpPr>
        <p:spPr>
          <a:xfrm>
            <a:off x="7441150" y="-48375"/>
            <a:ext cx="1926900" cy="1161000"/>
          </a:xfrm>
          <a:prstGeom prst="curvedConnector3">
            <a:avLst>
              <a:gd name="adj1" fmla="val 50000"/>
            </a:avLst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1">
  <p:cSld name="CUSTOM_3">
    <p:spTree>
      <p:nvGrpSpPr>
        <p:cNvPr id="1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8"/>
          <p:cNvSpPr txBox="1">
            <a:spLocks noGrp="1"/>
          </p:cNvSpPr>
          <p:nvPr>
            <p:ph type="title"/>
          </p:nvPr>
        </p:nvSpPr>
        <p:spPr>
          <a:xfrm>
            <a:off x="1994850" y="1482825"/>
            <a:ext cx="5154300" cy="129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9000"/>
              <a:buNone/>
              <a:defRPr sz="9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9000"/>
              <a:buNone/>
              <a:defRPr sz="9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9000"/>
              <a:buNone/>
              <a:defRPr sz="9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9000"/>
              <a:buNone/>
              <a:defRPr sz="9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9000"/>
              <a:buNone/>
              <a:defRPr sz="9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9000"/>
              <a:buNone/>
              <a:defRPr sz="9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9000"/>
              <a:buNone/>
              <a:defRPr sz="9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9000"/>
              <a:buNone/>
              <a:defRPr sz="9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9000"/>
              <a:buNone/>
              <a:defRPr sz="9000"/>
            </a:lvl9pPr>
          </a:lstStyle>
          <a:p>
            <a:endParaRPr/>
          </a:p>
        </p:txBody>
      </p:sp>
      <p:sp>
        <p:nvSpPr>
          <p:cNvPr id="134" name="Google Shape;134;p18"/>
          <p:cNvSpPr txBox="1">
            <a:spLocks noGrp="1"/>
          </p:cNvSpPr>
          <p:nvPr>
            <p:ph type="subTitle" idx="1"/>
          </p:nvPr>
        </p:nvSpPr>
        <p:spPr>
          <a:xfrm>
            <a:off x="2299500" y="2972150"/>
            <a:ext cx="4545000" cy="554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cxnSp>
        <p:nvCxnSpPr>
          <p:cNvPr id="135" name="Google Shape;135;p18"/>
          <p:cNvCxnSpPr/>
          <p:nvPr/>
        </p:nvCxnSpPr>
        <p:spPr>
          <a:xfrm>
            <a:off x="-72550" y="274100"/>
            <a:ext cx="92874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36" name="Google Shape;136;p18"/>
          <p:cNvCxnSpPr/>
          <p:nvPr/>
        </p:nvCxnSpPr>
        <p:spPr>
          <a:xfrm>
            <a:off x="-72550" y="4877450"/>
            <a:ext cx="92874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2">
  <p:cSld name="CUSTOM_14">
    <p:spTree>
      <p:nvGrpSpPr>
        <p:cNvPr id="1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19"/>
          <p:cNvSpPr txBox="1">
            <a:spLocks noGrp="1"/>
          </p:cNvSpPr>
          <p:nvPr>
            <p:ph type="title"/>
          </p:nvPr>
        </p:nvSpPr>
        <p:spPr>
          <a:xfrm>
            <a:off x="3742850" y="1549875"/>
            <a:ext cx="4545000" cy="129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9000"/>
              <a:buNone/>
              <a:defRPr sz="9000"/>
            </a:lvl1pPr>
            <a:lvl2pPr lvl="1" rtl="0">
              <a:spcBef>
                <a:spcPts val="0"/>
              </a:spcBef>
              <a:spcAft>
                <a:spcPts val="0"/>
              </a:spcAft>
              <a:buSzPts val="9000"/>
              <a:buNone/>
              <a:defRPr sz="9000"/>
            </a:lvl2pPr>
            <a:lvl3pPr lvl="2" rtl="0">
              <a:spcBef>
                <a:spcPts val="0"/>
              </a:spcBef>
              <a:spcAft>
                <a:spcPts val="0"/>
              </a:spcAft>
              <a:buSzPts val="9000"/>
              <a:buNone/>
              <a:defRPr sz="9000"/>
            </a:lvl3pPr>
            <a:lvl4pPr lvl="3" rtl="0">
              <a:spcBef>
                <a:spcPts val="0"/>
              </a:spcBef>
              <a:spcAft>
                <a:spcPts val="0"/>
              </a:spcAft>
              <a:buSzPts val="9000"/>
              <a:buNone/>
              <a:defRPr sz="9000"/>
            </a:lvl4pPr>
            <a:lvl5pPr lvl="4" rtl="0">
              <a:spcBef>
                <a:spcPts val="0"/>
              </a:spcBef>
              <a:spcAft>
                <a:spcPts val="0"/>
              </a:spcAft>
              <a:buSzPts val="9000"/>
              <a:buNone/>
              <a:defRPr sz="9000"/>
            </a:lvl5pPr>
            <a:lvl6pPr lvl="5" rtl="0">
              <a:spcBef>
                <a:spcPts val="0"/>
              </a:spcBef>
              <a:spcAft>
                <a:spcPts val="0"/>
              </a:spcAft>
              <a:buSzPts val="9000"/>
              <a:buNone/>
              <a:defRPr sz="9000"/>
            </a:lvl6pPr>
            <a:lvl7pPr lvl="6" rtl="0">
              <a:spcBef>
                <a:spcPts val="0"/>
              </a:spcBef>
              <a:spcAft>
                <a:spcPts val="0"/>
              </a:spcAft>
              <a:buSzPts val="9000"/>
              <a:buNone/>
              <a:defRPr sz="9000"/>
            </a:lvl7pPr>
            <a:lvl8pPr lvl="7" rtl="0">
              <a:spcBef>
                <a:spcPts val="0"/>
              </a:spcBef>
              <a:spcAft>
                <a:spcPts val="0"/>
              </a:spcAft>
              <a:buSzPts val="9000"/>
              <a:buNone/>
              <a:defRPr sz="9000"/>
            </a:lvl8pPr>
            <a:lvl9pPr lvl="8" rtl="0">
              <a:spcBef>
                <a:spcPts val="0"/>
              </a:spcBef>
              <a:spcAft>
                <a:spcPts val="0"/>
              </a:spcAft>
              <a:buSzPts val="9000"/>
              <a:buNone/>
              <a:defRPr sz="9000"/>
            </a:lvl9pPr>
          </a:lstStyle>
          <a:p>
            <a:endParaRPr/>
          </a:p>
        </p:txBody>
      </p:sp>
      <p:sp>
        <p:nvSpPr>
          <p:cNvPr id="139" name="Google Shape;139;p19"/>
          <p:cNvSpPr txBox="1">
            <a:spLocks noGrp="1"/>
          </p:cNvSpPr>
          <p:nvPr>
            <p:ph type="subTitle" idx="1"/>
          </p:nvPr>
        </p:nvSpPr>
        <p:spPr>
          <a:xfrm>
            <a:off x="3742850" y="3039213"/>
            <a:ext cx="4545000" cy="554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cxnSp>
        <p:nvCxnSpPr>
          <p:cNvPr id="140" name="Google Shape;140;p19"/>
          <p:cNvCxnSpPr/>
          <p:nvPr/>
        </p:nvCxnSpPr>
        <p:spPr>
          <a:xfrm>
            <a:off x="-72550" y="274100"/>
            <a:ext cx="92874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41" name="Google Shape;141;p19"/>
          <p:cNvCxnSpPr/>
          <p:nvPr/>
        </p:nvCxnSpPr>
        <p:spPr>
          <a:xfrm>
            <a:off x="-72550" y="4877450"/>
            <a:ext cx="92874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42" name="Google Shape;142;p19"/>
          <p:cNvCxnSpPr/>
          <p:nvPr/>
        </p:nvCxnSpPr>
        <p:spPr>
          <a:xfrm>
            <a:off x="-250225" y="4076450"/>
            <a:ext cx="1926900" cy="1161000"/>
          </a:xfrm>
          <a:prstGeom prst="curvedConnector3">
            <a:avLst>
              <a:gd name="adj1" fmla="val 50000"/>
            </a:avLst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43" name="Google Shape;143;p19"/>
          <p:cNvCxnSpPr/>
          <p:nvPr/>
        </p:nvCxnSpPr>
        <p:spPr>
          <a:xfrm>
            <a:off x="7441150" y="-48375"/>
            <a:ext cx="1926900" cy="1161000"/>
          </a:xfrm>
          <a:prstGeom prst="curvedConnector3">
            <a:avLst>
              <a:gd name="adj1" fmla="val 50000"/>
            </a:avLst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44" name="Google Shape;144;p19"/>
          <p:cNvCxnSpPr/>
          <p:nvPr/>
        </p:nvCxnSpPr>
        <p:spPr>
          <a:xfrm flipH="1">
            <a:off x="7454238" y="4053663"/>
            <a:ext cx="1926900" cy="1161000"/>
          </a:xfrm>
          <a:prstGeom prst="curvedConnector3">
            <a:avLst>
              <a:gd name="adj1" fmla="val 50000"/>
            </a:avLst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45" name="Google Shape;145;p19"/>
          <p:cNvCxnSpPr/>
          <p:nvPr/>
        </p:nvCxnSpPr>
        <p:spPr>
          <a:xfrm flipH="1">
            <a:off x="-237137" y="-71162"/>
            <a:ext cx="1926900" cy="1161000"/>
          </a:xfrm>
          <a:prstGeom prst="curvedConnector3">
            <a:avLst>
              <a:gd name="adj1" fmla="val 50000"/>
            </a:avLst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CUSTOM_10">
    <p:spTree>
      <p:nvGrpSpPr>
        <p:cNvPr id="1" name="Shape 4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50" name="Google Shape;450;p50"/>
          <p:cNvCxnSpPr/>
          <p:nvPr/>
        </p:nvCxnSpPr>
        <p:spPr>
          <a:xfrm>
            <a:off x="-72550" y="4877450"/>
            <a:ext cx="92874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51" name="Google Shape;451;p50"/>
          <p:cNvCxnSpPr/>
          <p:nvPr/>
        </p:nvCxnSpPr>
        <p:spPr>
          <a:xfrm>
            <a:off x="-72550" y="274100"/>
            <a:ext cx="92874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CUSTOM_10_1">
    <p:spTree>
      <p:nvGrpSpPr>
        <p:cNvPr id="1" name="Shape 4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53" name="Google Shape;453;p51"/>
          <p:cNvCxnSpPr/>
          <p:nvPr/>
        </p:nvCxnSpPr>
        <p:spPr>
          <a:xfrm>
            <a:off x="-72550" y="4877450"/>
            <a:ext cx="92874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54" name="Google Shape;454;p51"/>
          <p:cNvCxnSpPr/>
          <p:nvPr/>
        </p:nvCxnSpPr>
        <p:spPr>
          <a:xfrm>
            <a:off x="-72550" y="274100"/>
            <a:ext cx="92874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55" name="Google Shape;455;p51"/>
          <p:cNvCxnSpPr/>
          <p:nvPr/>
        </p:nvCxnSpPr>
        <p:spPr>
          <a:xfrm>
            <a:off x="7434175" y="-125600"/>
            <a:ext cx="1993200" cy="1330200"/>
          </a:xfrm>
          <a:prstGeom prst="curvedConnector3">
            <a:avLst>
              <a:gd name="adj1" fmla="val 50000"/>
            </a:avLst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56" name="Google Shape;456;p51"/>
          <p:cNvCxnSpPr/>
          <p:nvPr/>
        </p:nvCxnSpPr>
        <p:spPr>
          <a:xfrm>
            <a:off x="-147275" y="3943475"/>
            <a:ext cx="1993200" cy="1330200"/>
          </a:xfrm>
          <a:prstGeom prst="curvedConnector3">
            <a:avLst>
              <a:gd name="adj1" fmla="val 50000"/>
            </a:avLst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2">
  <p:cSld name="CUSTOM_10_1_1">
    <p:spTree>
      <p:nvGrpSpPr>
        <p:cNvPr id="1" name="Shape 4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58" name="Google Shape;458;p52"/>
          <p:cNvCxnSpPr/>
          <p:nvPr/>
        </p:nvCxnSpPr>
        <p:spPr>
          <a:xfrm>
            <a:off x="-72550" y="4877450"/>
            <a:ext cx="92874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59" name="Google Shape;459;p52"/>
          <p:cNvCxnSpPr/>
          <p:nvPr/>
        </p:nvCxnSpPr>
        <p:spPr>
          <a:xfrm>
            <a:off x="-72550" y="274100"/>
            <a:ext cx="92874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60" name="Google Shape;460;p52"/>
          <p:cNvCxnSpPr/>
          <p:nvPr/>
        </p:nvCxnSpPr>
        <p:spPr>
          <a:xfrm flipH="1">
            <a:off x="6772150" y="3663450"/>
            <a:ext cx="2823300" cy="1633200"/>
          </a:xfrm>
          <a:prstGeom prst="curvedConnector3">
            <a:avLst>
              <a:gd name="adj1" fmla="val 50000"/>
            </a:avLst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3">
  <p:cSld name="CUSTOM_30">
    <p:spTree>
      <p:nvGrpSpPr>
        <p:cNvPr id="1" name="Shape 4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62" name="Google Shape;462;p53"/>
          <p:cNvCxnSpPr/>
          <p:nvPr/>
        </p:nvCxnSpPr>
        <p:spPr>
          <a:xfrm>
            <a:off x="-72550" y="274100"/>
            <a:ext cx="92874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63" name="Google Shape;463;p53"/>
          <p:cNvCxnSpPr/>
          <p:nvPr/>
        </p:nvCxnSpPr>
        <p:spPr>
          <a:xfrm>
            <a:off x="-72550" y="4877450"/>
            <a:ext cx="92874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64" name="Google Shape;464;p53"/>
          <p:cNvCxnSpPr/>
          <p:nvPr/>
        </p:nvCxnSpPr>
        <p:spPr>
          <a:xfrm>
            <a:off x="-250225" y="4076450"/>
            <a:ext cx="1926900" cy="1161000"/>
          </a:xfrm>
          <a:prstGeom prst="curvedConnector3">
            <a:avLst>
              <a:gd name="adj1" fmla="val 50000"/>
            </a:avLst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65" name="Google Shape;465;p53"/>
          <p:cNvCxnSpPr/>
          <p:nvPr/>
        </p:nvCxnSpPr>
        <p:spPr>
          <a:xfrm>
            <a:off x="7441150" y="-48375"/>
            <a:ext cx="1926900" cy="1161000"/>
          </a:xfrm>
          <a:prstGeom prst="curvedConnector3">
            <a:avLst>
              <a:gd name="adj1" fmla="val 50000"/>
            </a:avLst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66" name="Google Shape;466;p53"/>
          <p:cNvCxnSpPr/>
          <p:nvPr/>
        </p:nvCxnSpPr>
        <p:spPr>
          <a:xfrm flipH="1">
            <a:off x="7454238" y="4053663"/>
            <a:ext cx="1926900" cy="1161000"/>
          </a:xfrm>
          <a:prstGeom prst="curvedConnector3">
            <a:avLst>
              <a:gd name="adj1" fmla="val 50000"/>
            </a:avLst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67" name="Google Shape;467;p53"/>
          <p:cNvCxnSpPr/>
          <p:nvPr/>
        </p:nvCxnSpPr>
        <p:spPr>
          <a:xfrm flipH="1">
            <a:off x="-237137" y="-71162"/>
            <a:ext cx="1926900" cy="1161000"/>
          </a:xfrm>
          <a:prstGeom prst="curvedConnector3">
            <a:avLst>
              <a:gd name="adj1" fmla="val 50000"/>
            </a:avLst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13225" y="445025"/>
            <a:ext cx="77175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Vidaloka"/>
              <a:buNone/>
              <a:defRPr sz="30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 i="1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 i="1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 i="1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 i="1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 i="1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 i="1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 i="1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 i="1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13250" y="1152475"/>
            <a:ext cx="77175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Montserrat"/>
              <a:buChar char="●"/>
              <a:defRPr sz="1800"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Montserrat"/>
              <a:buChar char="○"/>
              <a:defRPr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Montserrat"/>
              <a:buChar char="■"/>
              <a:defRPr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Montserrat"/>
              <a:buChar char="●"/>
              <a:defRPr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Montserrat"/>
              <a:buChar char="○"/>
              <a:defRPr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Montserrat"/>
              <a:buChar char="■"/>
              <a:defRPr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Montserrat"/>
              <a:buChar char="●"/>
              <a:defRPr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Montserrat"/>
              <a:buChar char="○"/>
              <a:defRPr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Montserrat"/>
              <a:buChar char="■"/>
              <a:defRPr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0" r:id="rId2"/>
    <p:sldLayoutId id="2147483655" r:id="rId3"/>
    <p:sldLayoutId id="2147483658" r:id="rId4"/>
    <p:sldLayoutId id="2147483661" r:id="rId5"/>
    <p:sldLayoutId id="2147483662" r:id="rId6"/>
    <p:sldLayoutId id="2147483663" r:id="rId7"/>
    <p:sldLayoutId id="2147483664" r:id="rId8"/>
    <p:sldLayoutId id="2147483665" r:id="rId9"/>
    <p:sldLayoutId id="2147483696" r:id="rId10"/>
    <p:sldLayoutId id="2147483697" r:id="rId11"/>
    <p:sldLayoutId id="2147483698" r:id="rId12"/>
    <p:sldLayoutId id="2147483699" r:id="rId13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8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gif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2" name="Google Shape;482;p59"/>
          <p:cNvSpPr txBox="1">
            <a:spLocks noGrp="1"/>
          </p:cNvSpPr>
          <p:nvPr>
            <p:ph type="ctrTitle"/>
          </p:nvPr>
        </p:nvSpPr>
        <p:spPr>
          <a:xfrm>
            <a:off x="1039975" y="1248300"/>
            <a:ext cx="7064100" cy="205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OCS Inventory NG</a:t>
            </a:r>
            <a:endParaRPr dirty="0"/>
          </a:p>
        </p:txBody>
      </p:sp>
      <p:sp>
        <p:nvSpPr>
          <p:cNvPr id="483" name="Google Shape;483;p59"/>
          <p:cNvSpPr txBox="1">
            <a:spLocks noGrp="1"/>
          </p:cNvSpPr>
          <p:nvPr>
            <p:ph type="subTitle" idx="1"/>
          </p:nvPr>
        </p:nvSpPr>
        <p:spPr>
          <a:xfrm>
            <a:off x="1039950" y="3079950"/>
            <a:ext cx="7064100" cy="441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Rafael Torrão e Carvalho</a:t>
            </a: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lang="en" dirty="0">
              <a:solidFill>
                <a:schemeClr val="dk1"/>
              </a:solidFill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Atec 2026</a:t>
            </a:r>
            <a:endParaRPr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1000"/>
                                        <p:tgtEl>
                                          <p:spTgt spid="48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1000"/>
                                        <p:tgtEl>
                                          <p:spTgt spid="4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8" name="Google Shape;488;p60"/>
          <p:cNvSpPr txBox="1">
            <a:spLocks noGrp="1"/>
          </p:cNvSpPr>
          <p:nvPr>
            <p:ph type="title"/>
          </p:nvPr>
        </p:nvSpPr>
        <p:spPr>
          <a:xfrm>
            <a:off x="713225" y="445025"/>
            <a:ext cx="47115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 err="1"/>
              <a:t>Introdução</a:t>
            </a:r>
            <a:endParaRPr dirty="0"/>
          </a:p>
        </p:txBody>
      </p:sp>
      <p:sp>
        <p:nvSpPr>
          <p:cNvPr id="489" name="Google Shape;489;p60"/>
          <p:cNvSpPr txBox="1">
            <a:spLocks noGrp="1"/>
          </p:cNvSpPr>
          <p:nvPr>
            <p:ph type="body" idx="1"/>
          </p:nvPr>
        </p:nvSpPr>
        <p:spPr>
          <a:xfrm>
            <a:off x="713250" y="1272925"/>
            <a:ext cx="7717500" cy="3295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chemeClr val="dk1"/>
                </a:solidFill>
              </a:rPr>
              <a:t>Nesta </a:t>
            </a:r>
            <a:r>
              <a:rPr lang="en-US" sz="1800" dirty="0" err="1">
                <a:solidFill>
                  <a:schemeClr val="dk1"/>
                </a:solidFill>
              </a:rPr>
              <a:t>apresentação</a:t>
            </a:r>
            <a:r>
              <a:rPr lang="en-US" sz="1800" dirty="0">
                <a:solidFill>
                  <a:schemeClr val="dk1"/>
                </a:solidFill>
              </a:rPr>
              <a:t> </a:t>
            </a:r>
            <a:r>
              <a:rPr lang="en-US" sz="1800" dirty="0" err="1">
                <a:solidFill>
                  <a:schemeClr val="dk1"/>
                </a:solidFill>
              </a:rPr>
              <a:t>iremos</a:t>
            </a:r>
            <a:r>
              <a:rPr lang="en-US" sz="1800" dirty="0">
                <a:solidFill>
                  <a:schemeClr val="dk1"/>
                </a:solidFill>
              </a:rPr>
              <a:t> </a:t>
            </a:r>
            <a:r>
              <a:rPr lang="en-US" sz="1800" dirty="0" err="1">
                <a:solidFill>
                  <a:schemeClr val="dk1"/>
                </a:solidFill>
              </a:rPr>
              <a:t>abordar</a:t>
            </a:r>
            <a:r>
              <a:rPr lang="en" sz="1800" dirty="0">
                <a:solidFill>
                  <a:schemeClr val="dk1"/>
                </a:solidFill>
              </a:rPr>
              <a:t>: </a:t>
            </a:r>
          </a:p>
          <a:p>
            <a:pPr marL="457200" lvl="0" indent="-298450" algn="l" rtl="0">
              <a:spcBef>
                <a:spcPts val="1200"/>
              </a:spcBef>
              <a:spcAft>
                <a:spcPts val="0"/>
              </a:spcAft>
              <a:buSzPts val="1100"/>
              <a:buFont typeface="Montserrat Medium"/>
              <a:buChar char="●"/>
            </a:pPr>
            <a:r>
              <a:rPr lang="en-US" sz="1800" dirty="0" err="1">
                <a:solidFill>
                  <a:schemeClr val="dk1"/>
                </a:solidFill>
              </a:rPr>
              <a:t>Demonstração</a:t>
            </a:r>
            <a:r>
              <a:rPr lang="en-US" sz="1800" dirty="0">
                <a:solidFill>
                  <a:schemeClr val="dk1"/>
                </a:solidFill>
              </a:rPr>
              <a:t> do </a:t>
            </a:r>
            <a:r>
              <a:rPr lang="en-US" sz="1800" dirty="0" err="1">
                <a:solidFill>
                  <a:schemeClr val="dk1"/>
                </a:solidFill>
              </a:rPr>
              <a:t>funcionamento</a:t>
            </a:r>
            <a:r>
              <a:rPr lang="en-US" sz="1800" dirty="0">
                <a:solidFill>
                  <a:schemeClr val="dk1"/>
                </a:solidFill>
              </a:rPr>
              <a:t> da ferramenta</a:t>
            </a:r>
          </a:p>
          <a:p>
            <a:pPr marL="457200" lvl="0" indent="-298450" algn="l" rtl="0">
              <a:spcBef>
                <a:spcPts val="1200"/>
              </a:spcBef>
              <a:spcAft>
                <a:spcPts val="0"/>
              </a:spcAft>
              <a:buSzPts val="1100"/>
              <a:buFont typeface="Montserrat Medium"/>
              <a:buChar char="●"/>
            </a:pPr>
            <a:r>
              <a:rPr lang="en-US" sz="1800" dirty="0" err="1">
                <a:solidFill>
                  <a:schemeClr val="dk1"/>
                </a:solidFill>
              </a:rPr>
              <a:t>Softwares</a:t>
            </a:r>
            <a:r>
              <a:rPr lang="en-US" sz="1800" dirty="0">
                <a:solidFill>
                  <a:schemeClr val="dk1"/>
                </a:solidFill>
              </a:rPr>
              <a:t> </a:t>
            </a:r>
            <a:r>
              <a:rPr lang="en-US" sz="1800" dirty="0" err="1">
                <a:solidFill>
                  <a:schemeClr val="dk1"/>
                </a:solidFill>
              </a:rPr>
              <a:t>Compatíveis</a:t>
            </a:r>
            <a:endParaRPr lang="en-US" sz="1800" dirty="0">
              <a:solidFill>
                <a:schemeClr val="dk1"/>
              </a:solidFill>
            </a:endParaRPr>
          </a:p>
          <a:p>
            <a:pPr marL="457200" lvl="0" indent="-298450" algn="l" rtl="0">
              <a:spcBef>
                <a:spcPts val="1200"/>
              </a:spcBef>
              <a:spcAft>
                <a:spcPts val="0"/>
              </a:spcAft>
              <a:buSzPts val="1100"/>
              <a:buFont typeface="Montserrat Medium"/>
              <a:buChar char="●"/>
            </a:pPr>
            <a:r>
              <a:rPr lang="en-US" sz="1800" dirty="0" err="1">
                <a:solidFill>
                  <a:schemeClr val="dk1"/>
                </a:solidFill>
              </a:rPr>
              <a:t>Agentes</a:t>
            </a:r>
            <a:endParaRPr lang="en-US" sz="1800" dirty="0">
              <a:solidFill>
                <a:schemeClr val="dk1"/>
              </a:solidFill>
            </a:endParaRPr>
          </a:p>
          <a:p>
            <a:pPr marL="457200" lvl="0" indent="-298450" algn="l" rtl="0">
              <a:spcBef>
                <a:spcPts val="1200"/>
              </a:spcBef>
              <a:spcAft>
                <a:spcPts val="0"/>
              </a:spcAft>
              <a:buSzPts val="1100"/>
              <a:buFont typeface="Montserrat Medium"/>
              <a:buChar char="●"/>
            </a:pPr>
            <a:r>
              <a:rPr lang="en-US" sz="1800" dirty="0" err="1">
                <a:solidFill>
                  <a:schemeClr val="dk1"/>
                </a:solidFill>
              </a:rPr>
              <a:t>Porquê</a:t>
            </a:r>
            <a:r>
              <a:rPr lang="en-US" sz="1800" dirty="0">
                <a:solidFill>
                  <a:schemeClr val="dk1"/>
                </a:solidFill>
              </a:rPr>
              <a:t> </a:t>
            </a:r>
            <a:r>
              <a:rPr lang="en-US" sz="1800" dirty="0" err="1">
                <a:solidFill>
                  <a:schemeClr val="dk1"/>
                </a:solidFill>
              </a:rPr>
              <a:t>utilizar</a:t>
            </a:r>
            <a:endParaRPr lang="en-US" sz="1800" dirty="0">
              <a:solidFill>
                <a:schemeClr val="dk1"/>
              </a:solidFill>
            </a:endParaRPr>
          </a:p>
          <a:p>
            <a:pPr marL="457200" lvl="0" indent="-298450" algn="l" rtl="0">
              <a:spcBef>
                <a:spcPts val="1200"/>
              </a:spcBef>
              <a:spcAft>
                <a:spcPts val="0"/>
              </a:spcAft>
              <a:buSzPts val="1100"/>
              <a:buFont typeface="Montserrat Medium"/>
              <a:buChar char="●"/>
            </a:pPr>
            <a:r>
              <a:rPr lang="en-US" sz="1800" dirty="0" err="1">
                <a:solidFill>
                  <a:schemeClr val="dk1"/>
                </a:solidFill>
              </a:rPr>
              <a:t>Explicação</a:t>
            </a:r>
            <a:r>
              <a:rPr lang="en-US" sz="1800" dirty="0">
                <a:solidFill>
                  <a:schemeClr val="dk1"/>
                </a:solidFill>
              </a:rPr>
              <a:t> dos </a:t>
            </a:r>
            <a:r>
              <a:rPr lang="en-US" sz="1800" dirty="0" err="1">
                <a:solidFill>
                  <a:schemeClr val="dk1"/>
                </a:solidFill>
              </a:rPr>
              <a:t>laboratórios</a:t>
            </a:r>
            <a:r>
              <a:rPr lang="en-US" sz="1800" dirty="0">
                <a:solidFill>
                  <a:schemeClr val="dk1"/>
                </a:solidFill>
              </a:rPr>
              <a:t> </a:t>
            </a:r>
            <a:r>
              <a:rPr lang="en-US" sz="1800" dirty="0" err="1">
                <a:solidFill>
                  <a:schemeClr val="dk1"/>
                </a:solidFill>
              </a:rPr>
              <a:t>criados</a:t>
            </a:r>
            <a:endParaRPr lang="en-US" sz="1800" dirty="0">
              <a:solidFill>
                <a:schemeClr val="dk1"/>
              </a:solidFill>
            </a:endParaRPr>
          </a:p>
          <a:p>
            <a:pPr marL="457200" lvl="0" indent="-298450" algn="l" rtl="0">
              <a:spcBef>
                <a:spcPts val="1200"/>
              </a:spcBef>
              <a:spcAft>
                <a:spcPts val="0"/>
              </a:spcAft>
              <a:buSzPts val="1100"/>
              <a:buFont typeface="Montserrat Medium"/>
              <a:buChar char="●"/>
            </a:pPr>
            <a:r>
              <a:rPr lang="en-US" sz="1800" dirty="0" err="1">
                <a:solidFill>
                  <a:schemeClr val="dk1"/>
                </a:solidFill>
              </a:rPr>
              <a:t>Recomendações</a:t>
            </a:r>
            <a:r>
              <a:rPr lang="en-US" sz="1800" dirty="0">
                <a:solidFill>
                  <a:schemeClr val="dk1"/>
                </a:solidFill>
              </a:rPr>
              <a:t> e </a:t>
            </a:r>
            <a:r>
              <a:rPr lang="en-US" sz="1800" dirty="0" err="1">
                <a:solidFill>
                  <a:schemeClr val="dk1"/>
                </a:solidFill>
              </a:rPr>
              <a:t>dicas</a:t>
            </a:r>
            <a:endParaRPr lang="en-US" sz="1800" dirty="0">
              <a:solidFill>
                <a:schemeClr val="dk1"/>
              </a:solidFill>
            </a:endParaRPr>
          </a:p>
        </p:txBody>
      </p:sp>
      <p:pic>
        <p:nvPicPr>
          <p:cNvPr id="2050" name="Picture 2" descr="ocs inventory">
            <a:extLst>
              <a:ext uri="{FF2B5EF4-FFF2-40B4-BE49-F238E27FC236}">
                <a16:creationId xmlns:a16="http://schemas.microsoft.com/office/drawing/2014/main" id="{8C973DD7-18B4-4F3B-90E3-F914FADFD96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73250" y="2273125"/>
            <a:ext cx="2857500" cy="1295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  <p:transition spd="slow">
    <p:wip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4" name="Google Shape;534;p63"/>
          <p:cNvSpPr txBox="1">
            <a:spLocks noGrp="1"/>
          </p:cNvSpPr>
          <p:nvPr>
            <p:ph type="title"/>
          </p:nvPr>
        </p:nvSpPr>
        <p:spPr>
          <a:xfrm>
            <a:off x="2410500" y="266700"/>
            <a:ext cx="4323000" cy="589141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 err="1"/>
              <a:t>Funcionamento</a:t>
            </a:r>
            <a:endParaRPr dirty="0"/>
          </a:p>
        </p:txBody>
      </p:sp>
      <p:sp>
        <p:nvSpPr>
          <p:cNvPr id="535" name="Google Shape;535;p63"/>
          <p:cNvSpPr txBox="1">
            <a:spLocks noGrp="1"/>
          </p:cNvSpPr>
          <p:nvPr>
            <p:ph type="subTitle" idx="1"/>
          </p:nvPr>
        </p:nvSpPr>
        <p:spPr>
          <a:xfrm>
            <a:off x="422910" y="1041330"/>
            <a:ext cx="8298180" cy="3060839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>
              <a:spcAft>
                <a:spcPts val="1200"/>
              </a:spcAft>
            </a:pPr>
            <a:r>
              <a:rPr lang="en-US" sz="1600" dirty="0"/>
              <a:t>O OCS Inventory-NG (</a:t>
            </a:r>
            <a:r>
              <a:rPr lang="en-US" sz="1600" i="1" dirty="0"/>
              <a:t>Open Computer and Software Inventory</a:t>
            </a:r>
            <a:r>
              <a:rPr lang="en-US" sz="1600" dirty="0"/>
              <a:t>) é </a:t>
            </a:r>
            <a:r>
              <a:rPr lang="en-US" sz="1600" dirty="0" err="1"/>
              <a:t>uma</a:t>
            </a:r>
            <a:r>
              <a:rPr lang="en-US" sz="1600" dirty="0"/>
              <a:t> ferramenta </a:t>
            </a:r>
            <a:r>
              <a:rPr lang="en-US" sz="1600" i="1" dirty="0"/>
              <a:t>open source </a:t>
            </a:r>
            <a:r>
              <a:rPr lang="pt-BR" sz="1600" dirty="0"/>
              <a:t>bastante utilizada em servidores de empresas com elevados clientes.</a:t>
            </a:r>
          </a:p>
          <a:p>
            <a:pPr marL="0" lvl="0" indent="0" algn="l">
              <a:spcAft>
                <a:spcPts val="1200"/>
              </a:spcAft>
            </a:pPr>
            <a:r>
              <a:rPr lang="pt-PT" sz="1600" dirty="0"/>
              <a:t>Criado pela FactoryFX, esta ferramenta permite dar scan e armazenar toda a informação do computador do cliente e também todos os dispositivos que estarão conectados ao servidor.</a:t>
            </a:r>
          </a:p>
          <a:p>
            <a:pPr marL="0" lvl="0" indent="0" algn="l">
              <a:spcAft>
                <a:spcPts val="1200"/>
              </a:spcAft>
            </a:pPr>
            <a:r>
              <a:rPr lang="pt-BR" sz="1600" dirty="0"/>
              <a:t>É uma das melhores ferramentas no que toca a armazenamento de informações de clientes e uma das mais básicas de se colocar em prática.</a:t>
            </a:r>
          </a:p>
          <a:p>
            <a:pPr marL="0" lvl="0" indent="0" algn="l">
              <a:spcAft>
                <a:spcPts val="1200"/>
              </a:spcAft>
            </a:pPr>
            <a:r>
              <a:rPr lang="pt-BR" sz="1600" dirty="0"/>
              <a:t>Cada computador tem um agente OCS que recolhe dados sobre hardware e software, ao que esse agente recolhe as informações e envia para o servidor central.</a:t>
            </a:r>
          </a:p>
          <a:p>
            <a:pPr marL="0" lvl="0" indent="0" algn="l">
              <a:spcAft>
                <a:spcPts val="1200"/>
              </a:spcAft>
            </a:pPr>
            <a:endParaRPr lang="pt-BR" sz="1600" dirty="0"/>
          </a:p>
          <a:p>
            <a:pPr marL="0" lvl="0" indent="0" algn="l">
              <a:spcAft>
                <a:spcPts val="1200"/>
              </a:spcAft>
            </a:pPr>
            <a:endParaRPr lang="pt-BR" sz="1600" dirty="0"/>
          </a:p>
          <a:p>
            <a:pPr marL="0" lvl="0" indent="0" algn="l">
              <a:spcAft>
                <a:spcPts val="1200"/>
              </a:spcAft>
            </a:pPr>
            <a:endParaRPr sz="1600"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3">
          <a:extLst>
            <a:ext uri="{FF2B5EF4-FFF2-40B4-BE49-F238E27FC236}">
              <a16:creationId xmlns:a16="http://schemas.microsoft.com/office/drawing/2014/main" id="{726ECF6A-9DBE-3798-E4D2-3C077CFCBF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4" name="Google Shape;534;p63">
            <a:extLst>
              <a:ext uri="{FF2B5EF4-FFF2-40B4-BE49-F238E27FC236}">
                <a16:creationId xmlns:a16="http://schemas.microsoft.com/office/drawing/2014/main" id="{F736F9CD-7B18-0FC3-0451-AB19C0C1E76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410500" y="266700"/>
            <a:ext cx="4323000" cy="589141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 err="1"/>
              <a:t>Funcionamento</a:t>
            </a:r>
            <a:endParaRPr dirty="0"/>
          </a:p>
        </p:txBody>
      </p:sp>
      <p:sp>
        <p:nvSpPr>
          <p:cNvPr id="535" name="Google Shape;535;p63">
            <a:extLst>
              <a:ext uri="{FF2B5EF4-FFF2-40B4-BE49-F238E27FC236}">
                <a16:creationId xmlns:a16="http://schemas.microsoft.com/office/drawing/2014/main" id="{FB6E4CF9-897C-0CED-FC1D-330FBF8BB9F6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422910" y="1041330"/>
            <a:ext cx="8298526" cy="3060839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>
              <a:spcAft>
                <a:spcPts val="1200"/>
              </a:spcAft>
            </a:pPr>
            <a:r>
              <a:rPr lang="pt-PT" sz="1600" dirty="0"/>
              <a:t>Existe um servidor chamado de OCS </a:t>
            </a:r>
            <a:r>
              <a:rPr lang="pt-PT" sz="1600" dirty="0" err="1"/>
              <a:t>Inventory</a:t>
            </a:r>
            <a:r>
              <a:rPr lang="pt-PT" sz="1600" dirty="0"/>
              <a:t> que servirá para guardar todos os dados enviados pelos agentes em uma base de dados, tal como o </a:t>
            </a:r>
            <a:r>
              <a:rPr lang="pt-PT" sz="1600" dirty="0" err="1"/>
              <a:t>MySQL</a:t>
            </a:r>
            <a:r>
              <a:rPr lang="pt-PT" sz="1600" dirty="0"/>
              <a:t> ou até mesmo </a:t>
            </a:r>
            <a:r>
              <a:rPr lang="pt-PT" sz="1600" dirty="0" err="1"/>
              <a:t>MariaDB</a:t>
            </a:r>
            <a:r>
              <a:rPr lang="pt-PT" sz="1600" dirty="0"/>
              <a:t>, também disponibiliza tudo em uma interface via web (Apache) em HTTP ou HTTPS, o que torna tudo muito mais fácil de ver, executar algum tipo de comando ou até mesmo organizar cada cliente alocado no servidor.</a:t>
            </a:r>
          </a:p>
          <a:p>
            <a:pPr marL="0" lvl="0" indent="0" algn="l">
              <a:spcAft>
                <a:spcPts val="1200"/>
              </a:spcAft>
            </a:pPr>
            <a:endParaRPr lang="pt-PT" sz="1600" dirty="0"/>
          </a:p>
          <a:p>
            <a:pPr marL="0" lvl="0" indent="0" algn="l">
              <a:spcAft>
                <a:spcPts val="1200"/>
              </a:spcAft>
            </a:pPr>
            <a:r>
              <a:rPr lang="pt-PT" sz="1600" dirty="0"/>
              <a:t>Cada agente recolhe informações, tais como de hardware, software, </a:t>
            </a:r>
            <a:r>
              <a:rPr lang="pt-PT" sz="1600" dirty="0" err="1"/>
              <a:t>configs</a:t>
            </a:r>
            <a:r>
              <a:rPr lang="pt-PT" sz="1600" dirty="0"/>
              <a:t>, endereços IP e histórico de alterações, e periodicamente, envia tudo para o servidor central. </a:t>
            </a:r>
            <a:endParaRPr lang="pt-BR" sz="1600" dirty="0"/>
          </a:p>
          <a:p>
            <a:pPr marL="0" lvl="0" indent="0" algn="l">
              <a:spcAft>
                <a:spcPts val="1200"/>
              </a:spcAft>
            </a:pPr>
            <a:endParaRPr sz="1600" dirty="0"/>
          </a:p>
        </p:txBody>
      </p:sp>
    </p:spTree>
    <p:extLst>
      <p:ext uri="{BB962C8B-B14F-4D97-AF65-F5344CB8AC3E}">
        <p14:creationId xmlns:p14="http://schemas.microsoft.com/office/powerpoint/2010/main" val="123609292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0" name="Google Shape;540;p64"/>
          <p:cNvSpPr txBox="1">
            <a:spLocks noGrp="1"/>
          </p:cNvSpPr>
          <p:nvPr>
            <p:ph type="title"/>
          </p:nvPr>
        </p:nvSpPr>
        <p:spPr>
          <a:xfrm>
            <a:off x="2410500" y="710523"/>
            <a:ext cx="4323000" cy="497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 err="1"/>
              <a:t>Softwares</a:t>
            </a:r>
            <a:r>
              <a:rPr lang="en-US" dirty="0"/>
              <a:t> </a:t>
            </a:r>
            <a:r>
              <a:rPr lang="en-US" dirty="0" err="1"/>
              <a:t>compativeis</a:t>
            </a:r>
            <a:endParaRPr dirty="0"/>
          </a:p>
        </p:txBody>
      </p:sp>
      <p:pic>
        <p:nvPicPr>
          <p:cNvPr id="1026" name="Picture 2" descr="https://upload.wikimedia.org/wikipedia/commons/thumb/2/21/MacOS_wordmark_%282017%29.svg/250px-MacOS_wordmark_%282017%29.svg.png">
            <a:extLst>
              <a:ext uri="{FF2B5EF4-FFF2-40B4-BE49-F238E27FC236}">
                <a16:creationId xmlns:a16="http://schemas.microsoft.com/office/drawing/2014/main" id="{3254C519-0E3A-4184-B53C-22350569E49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1951" y="1600200"/>
            <a:ext cx="1519949" cy="3571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windows logo PNG">
            <a:extLst>
              <a:ext uri="{FF2B5EF4-FFF2-40B4-BE49-F238E27FC236}">
                <a16:creationId xmlns:a16="http://schemas.microsoft.com/office/drawing/2014/main" id="{B6DA3103-8736-41C9-8CF1-85BF7E4111E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9920" y="2444759"/>
            <a:ext cx="1304009" cy="13966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Linux icon">
            <a:extLst>
              <a:ext uri="{FF2B5EF4-FFF2-40B4-BE49-F238E27FC236}">
                <a16:creationId xmlns:a16="http://schemas.microsoft.com/office/drawing/2014/main" id="{0978A281-6CB9-4F38-B4AC-0140E6085B8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06543" y="2435709"/>
            <a:ext cx="1400484" cy="14004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 descr="FreeBSD's iconic logo, featuring the stylized devil known as Beastie">
            <a:extLst>
              <a:ext uri="{FF2B5EF4-FFF2-40B4-BE49-F238E27FC236}">
                <a16:creationId xmlns:a16="http://schemas.microsoft.com/office/drawing/2014/main" id="{02C5F6B9-C7E3-4294-8342-75824E5BC48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7283" b="28936"/>
          <a:stretch/>
        </p:blipFill>
        <p:spPr bwMode="auto">
          <a:xfrm>
            <a:off x="2670567" y="1447324"/>
            <a:ext cx="1519949" cy="6629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 descr="Solaris Logo 1991">
            <a:extLst>
              <a:ext uri="{FF2B5EF4-FFF2-40B4-BE49-F238E27FC236}">
                <a16:creationId xmlns:a16="http://schemas.microsoft.com/office/drawing/2014/main" id="{0E131AFD-5118-4BFD-9159-7261CF23E51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839" r="20967"/>
          <a:stretch/>
        </p:blipFill>
        <p:spPr bwMode="auto">
          <a:xfrm>
            <a:off x="4739642" y="2440949"/>
            <a:ext cx="1469567" cy="13952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6" name="Picture 12" descr="File:IBM AIX logo (pre 2021).svg">
            <a:extLst>
              <a:ext uri="{FF2B5EF4-FFF2-40B4-BE49-F238E27FC236}">
                <a16:creationId xmlns:a16="http://schemas.microsoft.com/office/drawing/2014/main" id="{42627B61-ED35-49CE-8759-C5A2DBB7341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01691" y="2440949"/>
            <a:ext cx="1395244" cy="13952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AutoShape 14" descr="HP-UX Logo PNG Vector">
            <a:extLst>
              <a:ext uri="{FF2B5EF4-FFF2-40B4-BE49-F238E27FC236}">
                <a16:creationId xmlns:a16="http://schemas.microsoft.com/office/drawing/2014/main" id="{AB6E84F0-DA59-4C13-9079-7791C249831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2000250" y="0"/>
            <a:ext cx="5143500" cy="5143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00650F8-0A8B-487D-8F64-A47F9722CE6B}"/>
              </a:ext>
            </a:extLst>
          </p:cNvPr>
          <p:cNvPicPr>
            <a:picLocks noChangeAspect="1"/>
          </p:cNvPicPr>
          <p:nvPr/>
        </p:nvPicPr>
        <p:blipFill rotWithShape="1">
          <a:blip r:embed="rId9"/>
          <a:srcRect l="4148" t="26657" r="4000" b="26898"/>
          <a:stretch/>
        </p:blipFill>
        <p:spPr>
          <a:xfrm>
            <a:off x="4679184" y="1447325"/>
            <a:ext cx="1530026" cy="773650"/>
          </a:xfrm>
          <a:prstGeom prst="rect">
            <a:avLst/>
          </a:prstGeom>
        </p:spPr>
      </p:pic>
      <p:pic>
        <p:nvPicPr>
          <p:cNvPr id="1040" name="Picture 16" descr="Android New 2019 Logo PNG Vector">
            <a:extLst>
              <a:ext uri="{FF2B5EF4-FFF2-40B4-BE49-F238E27FC236}">
                <a16:creationId xmlns:a16="http://schemas.microsoft.com/office/drawing/2014/main" id="{1640BD92-5485-4AF9-9E20-52515860203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7741" b="37742"/>
          <a:stretch/>
        </p:blipFill>
        <p:spPr bwMode="auto">
          <a:xfrm>
            <a:off x="6573085" y="1447324"/>
            <a:ext cx="2252456" cy="5522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0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0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0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0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104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10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10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10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10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10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10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10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9" dur="500" fill="hold"/>
                                        <p:tgtEl>
                                          <p:spTgt spid="103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0" dur="500" fill="hold"/>
                                        <p:tgtEl>
                                          <p:spTgt spid="10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3" name="Google Shape;553;p66"/>
          <p:cNvSpPr txBox="1">
            <a:spLocks noGrp="1"/>
          </p:cNvSpPr>
          <p:nvPr>
            <p:ph type="subTitle" idx="1"/>
          </p:nvPr>
        </p:nvSpPr>
        <p:spPr>
          <a:xfrm>
            <a:off x="413497" y="1239983"/>
            <a:ext cx="8317005" cy="273471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>
              <a:buClr>
                <a:schemeClr val="dk1"/>
              </a:buClr>
              <a:buSzPts val="1100"/>
              <a:buNone/>
            </a:pPr>
            <a:r>
              <a:rPr lang="pt-BR" dirty="0">
                <a:solidFill>
                  <a:schemeClr val="dk1"/>
                </a:solidFill>
              </a:rPr>
              <a:t>O agente é um componente muito importante do OCS Inventory NG porque o próprio servidor não pode armazenar automaticamente dados detalhados dos dispositivos sem ele.</a:t>
            </a:r>
          </a:p>
          <a:p>
            <a:pPr marL="0" lvl="0" indent="0">
              <a:buClr>
                <a:schemeClr val="dk1"/>
              </a:buClr>
              <a:buSzPts val="1100"/>
              <a:buNone/>
            </a:pPr>
            <a:endParaRPr lang="pt-BR" dirty="0">
              <a:solidFill>
                <a:schemeClr val="dk1"/>
              </a:solidFill>
            </a:endParaRPr>
          </a:p>
          <a:p>
            <a:pPr marL="0" lvl="0" indent="0">
              <a:buClr>
                <a:schemeClr val="dk1"/>
              </a:buClr>
              <a:buSzPts val="1100"/>
              <a:buNone/>
            </a:pPr>
            <a:r>
              <a:rPr lang="pt-BR" dirty="0">
                <a:solidFill>
                  <a:schemeClr val="dk1"/>
                </a:solidFill>
              </a:rPr>
              <a:t>O que ele faz ?</a:t>
            </a:r>
            <a:endParaRPr dirty="0">
              <a:solidFill>
                <a:schemeClr val="dk1"/>
              </a:solidFill>
            </a:endParaRPr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 dirty="0">
                <a:solidFill>
                  <a:schemeClr val="dk1"/>
                </a:solidFill>
              </a:rPr>
              <a:t>Inventário de </a:t>
            </a:r>
            <a:r>
              <a:rPr lang="en" i="1" dirty="0">
                <a:solidFill>
                  <a:schemeClr val="dk1"/>
                </a:solidFill>
              </a:rPr>
              <a:t>Hardware</a:t>
            </a:r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 dirty="0">
                <a:solidFill>
                  <a:schemeClr val="dk1"/>
                </a:solidFill>
              </a:rPr>
              <a:t>Inventário de </a:t>
            </a:r>
            <a:r>
              <a:rPr lang="en" i="1" dirty="0">
                <a:solidFill>
                  <a:schemeClr val="dk1"/>
                </a:solidFill>
              </a:rPr>
              <a:t>Software</a:t>
            </a:r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 dirty="0">
                <a:solidFill>
                  <a:schemeClr val="dk1"/>
                </a:solidFill>
              </a:rPr>
              <a:t>Comunicação com o servidor</a:t>
            </a:r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 dirty="0">
                <a:solidFill>
                  <a:schemeClr val="dk1"/>
                </a:solidFill>
              </a:rPr>
              <a:t>Implantação de pacotes</a:t>
            </a:r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 dirty="0">
                <a:solidFill>
                  <a:schemeClr val="dk1"/>
                </a:solidFill>
              </a:rPr>
              <a:t>Descobre a rede (ip) do pc ligado</a:t>
            </a:r>
          </a:p>
        </p:txBody>
      </p:sp>
      <p:sp>
        <p:nvSpPr>
          <p:cNvPr id="554" name="Google Shape;554;p66"/>
          <p:cNvSpPr txBox="1">
            <a:spLocks noGrp="1"/>
          </p:cNvSpPr>
          <p:nvPr>
            <p:ph type="title"/>
          </p:nvPr>
        </p:nvSpPr>
        <p:spPr>
          <a:xfrm>
            <a:off x="1732050" y="451953"/>
            <a:ext cx="56799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Agentes</a:t>
            </a:r>
            <a:endParaRPr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905626F-2ED5-BA12-B8C6-9BA72865649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41042" y="1981201"/>
            <a:ext cx="3274283" cy="2544473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5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5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55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55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55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55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55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55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55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55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55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55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55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55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53" grpId="0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F6EEB373-6228-BF98-801D-69529BBDB1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32050" y="316300"/>
            <a:ext cx="5679900" cy="572700"/>
          </a:xfrm>
        </p:spPr>
        <p:txBody>
          <a:bodyPr/>
          <a:lstStyle/>
          <a:p>
            <a:r>
              <a:rPr lang="en-US" dirty="0"/>
              <a:t>Website (http) para </a:t>
            </a:r>
            <a:r>
              <a:rPr lang="en-US" dirty="0" err="1"/>
              <a:t>gestão</a:t>
            </a:r>
            <a:r>
              <a:rPr lang="en-US" dirty="0"/>
              <a:t>:</a:t>
            </a:r>
            <a:endParaRPr lang="pt-PT" dirty="0"/>
          </a:p>
        </p:txBody>
      </p:sp>
      <p:pic>
        <p:nvPicPr>
          <p:cNvPr id="1028" name="Picture 4" descr="Instalación y despliegue de OCS Linux Agent – RAGASYS SISTEMAS">
            <a:extLst>
              <a:ext uri="{FF2B5EF4-FFF2-40B4-BE49-F238E27FC236}">
                <a16:creationId xmlns:a16="http://schemas.microsoft.com/office/drawing/2014/main" id="{723486CA-C030-57EF-E194-4015A2C61EA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889000"/>
            <a:ext cx="9144000" cy="4254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7727235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74" name="Picture 2" descr="https://imgs.search.brave.com/KLWk0O7wMAGU1hI0105f1oQ9rTHfTMY61FA3mKr_Wso/rs:fit:860:0:0:0/g:ce/aHR0cHM6Ly9oYWNr/bWFnLmNvbS93cC1j/b250ZW50L3VwbG9h/ZHMvMjAyNS8xMS90/aHVtYm5haWwtMjYt/MTI4MHg1NzYud2Vi/cA">
            <a:extLst>
              <a:ext uri="{FF2B5EF4-FFF2-40B4-BE49-F238E27FC236}">
                <a16:creationId xmlns:a16="http://schemas.microsoft.com/office/drawing/2014/main" id="{E20BBA04-52A1-4E80-9E05-7F6EA0BE9B2A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575" r="21542"/>
          <a:stretch/>
        </p:blipFill>
        <p:spPr bwMode="auto">
          <a:xfrm>
            <a:off x="5817351" y="1870364"/>
            <a:ext cx="3021781" cy="2309299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46" name="Google Shape;546;p65"/>
          <p:cNvSpPr txBox="1">
            <a:spLocks noGrp="1"/>
          </p:cNvSpPr>
          <p:nvPr>
            <p:ph type="subTitle" idx="1"/>
          </p:nvPr>
        </p:nvSpPr>
        <p:spPr>
          <a:xfrm>
            <a:off x="375905" y="1565564"/>
            <a:ext cx="5441446" cy="296616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indent="-285750">
              <a:lnSpc>
                <a:spcPct val="150000"/>
              </a:lnSpc>
            </a:pPr>
            <a:r>
              <a:rPr lang="en-US" sz="1100" dirty="0" err="1"/>
              <a:t>Permite</a:t>
            </a:r>
            <a:r>
              <a:rPr lang="en-US" sz="1100" dirty="0"/>
              <a:t> </a:t>
            </a:r>
            <a:r>
              <a:rPr lang="en-US" sz="1100" dirty="0" err="1"/>
              <a:t>uma</a:t>
            </a:r>
            <a:r>
              <a:rPr lang="en-US" sz="1100" dirty="0"/>
              <a:t> </a:t>
            </a:r>
            <a:r>
              <a:rPr lang="en-US" sz="1100" dirty="0" err="1"/>
              <a:t>basta</a:t>
            </a:r>
            <a:r>
              <a:rPr lang="en-US" sz="1100" dirty="0"/>
              <a:t> </a:t>
            </a:r>
            <a:r>
              <a:rPr lang="en-US" sz="1100" dirty="0" err="1"/>
              <a:t>configuração</a:t>
            </a:r>
            <a:r>
              <a:rPr lang="en-US" sz="1100" dirty="0"/>
              <a:t> </a:t>
            </a:r>
            <a:r>
              <a:rPr lang="pt-BR" sz="1100" dirty="0"/>
              <a:t>e informação dos clientes que estão ligados a ele</a:t>
            </a:r>
          </a:p>
          <a:p>
            <a:pPr marL="285750" indent="-285750">
              <a:lnSpc>
                <a:spcPct val="150000"/>
              </a:lnSpc>
            </a:pPr>
            <a:r>
              <a:rPr lang="pt-BR" sz="1100" dirty="0"/>
              <a:t>É open source, o que facilita muitas empresas</a:t>
            </a:r>
          </a:p>
          <a:p>
            <a:pPr marL="285750" indent="-285750">
              <a:lnSpc>
                <a:spcPct val="150000"/>
              </a:lnSpc>
            </a:pPr>
            <a:r>
              <a:rPr lang="pt-BR" sz="1100" dirty="0"/>
              <a:t>Inventário automático, o que poupa muito tempo</a:t>
            </a:r>
          </a:p>
          <a:p>
            <a:pPr marL="285750" indent="-285750">
              <a:lnSpc>
                <a:spcPct val="150000"/>
              </a:lnSpc>
            </a:pPr>
            <a:r>
              <a:rPr lang="pt-BR" sz="1100" dirty="0"/>
              <a:t>Todas as informações dos computadores fica acomodada em um único servidor</a:t>
            </a:r>
          </a:p>
          <a:p>
            <a:pPr marL="285750" indent="-285750">
              <a:lnSpc>
                <a:spcPct val="150000"/>
              </a:lnSpc>
            </a:pPr>
            <a:endParaRPr lang="pt-BR" sz="1100" dirty="0"/>
          </a:p>
          <a:p>
            <a:pPr marL="0" indent="0">
              <a:lnSpc>
                <a:spcPct val="150000"/>
              </a:lnSpc>
              <a:buNone/>
            </a:pPr>
            <a:r>
              <a:rPr lang="pt-BR" sz="1200" dirty="0"/>
              <a:t>O OCS Inventory NG é uma excelente escolha porque: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pt-BR" sz="1200" dirty="0"/>
              <a:t>Simplifica a gestão da rede, poupa tempo, reduz custos e melhora o controlo dos equipamentos</a:t>
            </a:r>
          </a:p>
          <a:p>
            <a:pPr marL="285750" indent="-285750">
              <a:lnSpc>
                <a:spcPct val="150000"/>
              </a:lnSpc>
            </a:pPr>
            <a:endParaRPr lang="pt-BR" dirty="0"/>
          </a:p>
          <a:p>
            <a:pPr marL="285750" indent="-285750"/>
            <a:endParaRPr dirty="0"/>
          </a:p>
        </p:txBody>
      </p:sp>
      <p:sp>
        <p:nvSpPr>
          <p:cNvPr id="547" name="Google Shape;547;p65"/>
          <p:cNvSpPr txBox="1">
            <a:spLocks noGrp="1"/>
          </p:cNvSpPr>
          <p:nvPr>
            <p:ph type="title"/>
          </p:nvPr>
        </p:nvSpPr>
        <p:spPr>
          <a:xfrm>
            <a:off x="895949" y="852551"/>
            <a:ext cx="3858775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 err="1"/>
              <a:t>Porque</a:t>
            </a:r>
            <a:r>
              <a:rPr lang="en-US" dirty="0"/>
              <a:t> devo </a:t>
            </a:r>
            <a:r>
              <a:rPr lang="en-US" dirty="0" err="1"/>
              <a:t>utilizar</a:t>
            </a:r>
            <a:r>
              <a:rPr lang="en-US" dirty="0"/>
              <a:t> ?</a:t>
            </a:r>
            <a:endParaRPr dirty="0"/>
          </a:p>
        </p:txBody>
      </p:sp>
    </p:spTree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4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4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54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54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54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54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54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54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54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54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54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54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1" dur="500" fill="hold"/>
                                        <p:tgtEl>
                                          <p:spTgt spid="307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500" fill="hold"/>
                                        <p:tgtEl>
                                          <p:spTgt spid="307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46" grpId="0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9" name="Google Shape;559;p67"/>
          <p:cNvSpPr txBox="1">
            <a:spLocks noGrp="1"/>
          </p:cNvSpPr>
          <p:nvPr>
            <p:ph type="title"/>
          </p:nvPr>
        </p:nvSpPr>
        <p:spPr>
          <a:xfrm>
            <a:off x="450477" y="474295"/>
            <a:ext cx="8243046" cy="877134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 dirty="0" err="1"/>
              <a:t>Explicação</a:t>
            </a:r>
            <a:r>
              <a:rPr lang="en-US" sz="4000" dirty="0"/>
              <a:t> dos </a:t>
            </a:r>
            <a:r>
              <a:rPr lang="en-US" sz="4000" dirty="0" err="1"/>
              <a:t>laboratórios</a:t>
            </a:r>
            <a:r>
              <a:rPr lang="en-US" sz="4000" dirty="0"/>
              <a:t> </a:t>
            </a:r>
            <a:r>
              <a:rPr lang="en-US" sz="4000" dirty="0" err="1"/>
              <a:t>criados</a:t>
            </a:r>
            <a:endParaRPr sz="4000" dirty="0"/>
          </a:p>
        </p:txBody>
      </p:sp>
      <p:sp>
        <p:nvSpPr>
          <p:cNvPr id="560" name="Google Shape;560;p67"/>
          <p:cNvSpPr txBox="1">
            <a:spLocks noGrp="1"/>
          </p:cNvSpPr>
          <p:nvPr>
            <p:ph type="subTitle" idx="1"/>
          </p:nvPr>
        </p:nvSpPr>
        <p:spPr>
          <a:xfrm>
            <a:off x="450477" y="1253652"/>
            <a:ext cx="8243046" cy="3415553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2000" dirty="0" err="1"/>
              <a:t>Especificações</a:t>
            </a:r>
            <a:endParaRPr lang="en-US" sz="2000" dirty="0"/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sz="1600" dirty="0"/>
              <a:t>OCS-Inventory-ng</a:t>
            </a:r>
            <a:r>
              <a:rPr lang="en-US" sz="1400" dirty="0"/>
              <a:t> Server </a:t>
            </a:r>
          </a:p>
          <a:p>
            <a:pPr marL="1200150" lvl="2" indent="-285750" algn="l">
              <a:buFont typeface="Arial" panose="020B0604020202020204" pitchFamily="34" charset="0"/>
              <a:buChar char="•"/>
            </a:pPr>
            <a:r>
              <a:rPr lang="en-US" sz="1200" dirty="0"/>
              <a:t>SO – Debian com </a:t>
            </a:r>
            <a:r>
              <a:rPr lang="en-US" sz="1200" i="1" dirty="0"/>
              <a:t>GUI</a:t>
            </a:r>
          </a:p>
          <a:p>
            <a:pPr marL="1200150" lvl="2" indent="-285750" algn="l">
              <a:buFont typeface="Arial" panose="020B0604020202020204" pitchFamily="34" charset="0"/>
              <a:buChar char="•"/>
            </a:pPr>
            <a:r>
              <a:rPr lang="en-US" sz="1200" dirty="0" err="1"/>
              <a:t>Serviços</a:t>
            </a:r>
            <a:r>
              <a:rPr lang="en-US" sz="1200" dirty="0"/>
              <a:t>: </a:t>
            </a:r>
          </a:p>
          <a:p>
            <a:pPr marL="1657350" lvl="3" indent="-285750" algn="l">
              <a:buFont typeface="Arial" panose="020B0604020202020204" pitchFamily="34" charset="0"/>
              <a:buChar char="•"/>
            </a:pPr>
            <a:r>
              <a:rPr lang="en-US" sz="1200" dirty="0"/>
              <a:t>Apache2</a:t>
            </a:r>
          </a:p>
          <a:p>
            <a:pPr marL="1657350" lvl="3" indent="-285750" algn="l">
              <a:buFont typeface="Arial" panose="020B0604020202020204" pitchFamily="34" charset="0"/>
              <a:buChar char="•"/>
            </a:pPr>
            <a:r>
              <a:rPr lang="en-US" sz="1200" dirty="0" err="1"/>
              <a:t>Mariadb</a:t>
            </a:r>
            <a:r>
              <a:rPr lang="en-US" sz="1200" dirty="0"/>
              <a:t>-server</a:t>
            </a:r>
          </a:p>
          <a:p>
            <a:pPr marL="1657350" lvl="3" indent="-285750" algn="l">
              <a:buFont typeface="Arial" panose="020B0604020202020204" pitchFamily="34" charset="0"/>
              <a:buChar char="•"/>
            </a:pPr>
            <a:r>
              <a:rPr lang="en-US" sz="1200" dirty="0"/>
              <a:t>Php</a:t>
            </a:r>
          </a:p>
          <a:p>
            <a:pPr marL="1657350" lvl="3" indent="-285750" algn="l">
              <a:buFont typeface="Arial" panose="020B0604020202020204" pitchFamily="34" charset="0"/>
              <a:buChar char="•"/>
            </a:pPr>
            <a:r>
              <a:rPr lang="en-US" sz="1200" dirty="0"/>
              <a:t>OCS-Inventory-ng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sz="1600" dirty="0" err="1"/>
              <a:t>Clientes</a:t>
            </a:r>
            <a:endParaRPr lang="en-US" sz="1600" dirty="0"/>
          </a:p>
          <a:p>
            <a:pPr marL="1085850" lvl="2" indent="-171450" algn="l">
              <a:buFont typeface="Arial" panose="020B0604020202020204" pitchFamily="34" charset="0"/>
              <a:buChar char="•"/>
            </a:pPr>
            <a:r>
              <a:rPr lang="en-US" sz="1200" dirty="0"/>
              <a:t>Windows</a:t>
            </a:r>
          </a:p>
          <a:p>
            <a:pPr marL="1543050" lvl="3" indent="-171450" algn="l">
              <a:buFont typeface="Arial" panose="020B0604020202020204" pitchFamily="34" charset="0"/>
              <a:buChar char="•"/>
            </a:pPr>
            <a:r>
              <a:rPr lang="en-US" sz="1200" dirty="0"/>
              <a:t>SO-Windows 10</a:t>
            </a:r>
          </a:p>
          <a:p>
            <a:pPr marL="1543050" lvl="3" indent="-171450" algn="l">
              <a:buFont typeface="Arial" panose="020B0604020202020204" pitchFamily="34" charset="0"/>
              <a:buChar char="•"/>
            </a:pPr>
            <a:r>
              <a:rPr lang="en-US" sz="1200" dirty="0" err="1"/>
              <a:t>Serviços</a:t>
            </a:r>
            <a:endParaRPr lang="en-US" sz="1200" dirty="0"/>
          </a:p>
          <a:p>
            <a:pPr marL="2000250" lvl="4" indent="-171450" algn="l">
              <a:buFont typeface="Arial" panose="020B0604020202020204" pitchFamily="34" charset="0"/>
              <a:buChar char="•"/>
            </a:pPr>
            <a:r>
              <a:rPr lang="en-US" sz="1200" dirty="0"/>
              <a:t>OCS-Windows-</a:t>
            </a:r>
            <a:r>
              <a:rPr lang="en-US" sz="1200" i="1" dirty="0"/>
              <a:t>Agent</a:t>
            </a:r>
            <a:r>
              <a:rPr lang="en-US" sz="1200" dirty="0"/>
              <a:t>-2.10.0.1x64</a:t>
            </a:r>
          </a:p>
          <a:p>
            <a:pPr marL="1085850" lvl="2" indent="-171450" algn="l">
              <a:buFont typeface="Arial" panose="020B0604020202020204" pitchFamily="34" charset="0"/>
              <a:buChar char="•"/>
            </a:pPr>
            <a:r>
              <a:rPr lang="en-US" sz="1200" dirty="0"/>
              <a:t>Linux</a:t>
            </a:r>
          </a:p>
          <a:p>
            <a:pPr marL="1543050" lvl="3" indent="-171450" algn="l">
              <a:buFont typeface="Arial" panose="020B0604020202020204" pitchFamily="34" charset="0"/>
              <a:buChar char="•"/>
            </a:pPr>
            <a:r>
              <a:rPr lang="en-US" sz="1200" dirty="0"/>
              <a:t>SO-Debian</a:t>
            </a:r>
          </a:p>
          <a:p>
            <a:pPr marL="1543050" lvl="3" indent="-171450" algn="l">
              <a:buFont typeface="Arial" panose="020B0604020202020204" pitchFamily="34" charset="0"/>
              <a:buChar char="•"/>
            </a:pPr>
            <a:r>
              <a:rPr lang="en-US" sz="1200" dirty="0" err="1"/>
              <a:t>Agente</a:t>
            </a:r>
            <a:r>
              <a:rPr lang="en-US" sz="1200" dirty="0"/>
              <a:t> OCSInventory-Unix-Agent-2.10.4.tar</a:t>
            </a:r>
          </a:p>
        </p:txBody>
      </p:sp>
    </p:spTree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56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56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56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56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56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56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56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56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56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56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56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56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56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56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0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560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560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0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7" dur="500" fill="hold"/>
                                        <p:tgtEl>
                                          <p:spTgt spid="560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8" dur="500" fill="hold"/>
                                        <p:tgtEl>
                                          <p:spTgt spid="560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0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1" dur="500" fill="hold"/>
                                        <p:tgtEl>
                                          <p:spTgt spid="560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2" dur="500" fill="hold"/>
                                        <p:tgtEl>
                                          <p:spTgt spid="560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0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5" dur="500" fill="hold"/>
                                        <p:tgtEl>
                                          <p:spTgt spid="560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6" dur="500" fill="hold"/>
                                        <p:tgtEl>
                                          <p:spTgt spid="560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0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9" dur="500" fill="hold"/>
                                        <p:tgtEl>
                                          <p:spTgt spid="560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0" dur="500" fill="hold"/>
                                        <p:tgtEl>
                                          <p:spTgt spid="560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0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5" dur="500" fill="hold"/>
                                        <p:tgtEl>
                                          <p:spTgt spid="560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6" dur="500" fill="hold"/>
                                        <p:tgtEl>
                                          <p:spTgt spid="560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7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0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9" dur="500" fill="hold"/>
                                        <p:tgtEl>
                                          <p:spTgt spid="560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0" dur="500" fill="hold"/>
                                        <p:tgtEl>
                                          <p:spTgt spid="560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1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0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3" dur="500" fill="hold"/>
                                        <p:tgtEl>
                                          <p:spTgt spid="560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4" dur="500" fill="hold"/>
                                        <p:tgtEl>
                                          <p:spTgt spid="560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037097-3C10-43CA-A37C-0E32770077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94850" y="536864"/>
            <a:ext cx="5154300" cy="688874"/>
          </a:xfrm>
        </p:spPr>
        <p:txBody>
          <a:bodyPr/>
          <a:lstStyle/>
          <a:p>
            <a:r>
              <a:rPr lang="en-US" sz="3200" dirty="0" err="1"/>
              <a:t>Continuação</a:t>
            </a:r>
            <a:r>
              <a:rPr lang="en-US" sz="3200" dirty="0"/>
              <a:t> da </a:t>
            </a:r>
            <a:r>
              <a:rPr lang="en-US" sz="3200" dirty="0" err="1"/>
              <a:t>explicação</a:t>
            </a:r>
            <a:endParaRPr lang="en-US" sz="3200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BEF0446-FABF-4C61-A569-8A6B8554B86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16005" y="1319346"/>
            <a:ext cx="8498541" cy="3287290"/>
          </a:xfrm>
        </p:spPr>
        <p:txBody>
          <a:bodyPr/>
          <a:lstStyle/>
          <a:p>
            <a:pPr algn="l"/>
            <a:r>
              <a:rPr lang="en-US" dirty="0" err="1"/>
              <a:t>Os</a:t>
            </a:r>
            <a:r>
              <a:rPr lang="en-US" dirty="0"/>
              <a:t> </a:t>
            </a:r>
            <a:r>
              <a:rPr lang="en-US" dirty="0" err="1"/>
              <a:t>principais</a:t>
            </a:r>
            <a:r>
              <a:rPr lang="en-US" dirty="0"/>
              <a:t> </a:t>
            </a:r>
            <a:r>
              <a:rPr lang="en-US" dirty="0" err="1"/>
              <a:t>objetivos</a:t>
            </a:r>
            <a:r>
              <a:rPr lang="en-US" dirty="0"/>
              <a:t> com o </a:t>
            </a:r>
            <a:r>
              <a:rPr lang="en-US" dirty="0" err="1"/>
              <a:t>laboratório</a:t>
            </a:r>
            <a:r>
              <a:rPr lang="en-US" dirty="0"/>
              <a:t> resume-se </a:t>
            </a:r>
            <a:r>
              <a:rPr lang="en-US" dirty="0" err="1"/>
              <a:t>em</a:t>
            </a:r>
            <a:r>
              <a:rPr lang="en-US" dirty="0"/>
              <a:t>: 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dirty="0" err="1"/>
              <a:t>Instalar</a:t>
            </a:r>
            <a:endParaRPr lang="en-US" dirty="0"/>
          </a:p>
          <a:p>
            <a:pPr algn="l">
              <a:buFont typeface="Arial" panose="020B0604020202020204" pitchFamily="34" charset="0"/>
              <a:buChar char="•"/>
            </a:pPr>
            <a:r>
              <a:rPr lang="en-US" dirty="0" err="1"/>
              <a:t>Configurar</a:t>
            </a:r>
            <a:endParaRPr lang="en-US" dirty="0"/>
          </a:p>
          <a:p>
            <a:pPr algn="l">
              <a:buFont typeface="Arial" panose="020B0604020202020204" pitchFamily="34" charset="0"/>
              <a:buChar char="•"/>
            </a:pPr>
            <a:r>
              <a:rPr lang="en-US" dirty="0" err="1"/>
              <a:t>Utilizar</a:t>
            </a:r>
            <a:endParaRPr lang="en-US" sz="1900" dirty="0"/>
          </a:p>
          <a:p>
            <a:pPr marL="114300" indent="0" algn="l"/>
            <a:endParaRPr lang="en-US" dirty="0"/>
          </a:p>
          <a:p>
            <a:pPr algn="l"/>
            <a:r>
              <a:rPr lang="en-US" dirty="0" err="1"/>
              <a:t>Alguns</a:t>
            </a:r>
            <a:r>
              <a:rPr lang="en-US" dirty="0"/>
              <a:t> </a:t>
            </a:r>
            <a:r>
              <a:rPr lang="en-US" dirty="0" err="1"/>
              <a:t>objetivos</a:t>
            </a:r>
            <a:r>
              <a:rPr lang="en-US" dirty="0"/>
              <a:t> </a:t>
            </a:r>
            <a:r>
              <a:rPr lang="en-US" dirty="0" err="1"/>
              <a:t>secundarios</a:t>
            </a:r>
            <a:r>
              <a:rPr lang="en-US" dirty="0"/>
              <a:t>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dirty="0" err="1"/>
              <a:t>Conhecer</a:t>
            </a:r>
            <a:r>
              <a:rPr lang="en-US" dirty="0"/>
              <a:t> </a:t>
            </a:r>
            <a:r>
              <a:rPr lang="en-US" dirty="0" err="1"/>
              <a:t>alguns</a:t>
            </a:r>
            <a:r>
              <a:rPr lang="en-US" dirty="0"/>
              <a:t> plugins </a:t>
            </a:r>
            <a:r>
              <a:rPr lang="en-US" dirty="0" err="1"/>
              <a:t>existentes</a:t>
            </a:r>
            <a:r>
              <a:rPr lang="en-US" dirty="0"/>
              <a:t> </a:t>
            </a:r>
            <a:r>
              <a:rPr lang="en-US" dirty="0" err="1"/>
              <a:t>disponiveis</a:t>
            </a:r>
            <a:r>
              <a:rPr lang="en-US" dirty="0"/>
              <a:t> para o </a:t>
            </a:r>
            <a:r>
              <a:rPr lang="en-US" dirty="0" err="1"/>
              <a:t>administrador</a:t>
            </a:r>
            <a:endParaRPr lang="en-US" dirty="0"/>
          </a:p>
          <a:p>
            <a:pPr lvl="1" algn="l">
              <a:buFont typeface="Arial" panose="020B0604020202020204" pitchFamily="34" charset="0"/>
              <a:buChar char="•"/>
            </a:pPr>
            <a:r>
              <a:rPr lang="en-US" sz="1200" dirty="0"/>
              <a:t>Como por </a:t>
            </a:r>
            <a:r>
              <a:rPr lang="en-US" sz="1200" dirty="0" err="1"/>
              <a:t>exemplo</a:t>
            </a:r>
            <a:r>
              <a:rPr lang="en-US" sz="1200" dirty="0"/>
              <a:t>:</a:t>
            </a:r>
          </a:p>
          <a:p>
            <a:pPr lvl="2" algn="l">
              <a:buFont typeface="Arial" panose="020B0604020202020204" pitchFamily="34" charset="0"/>
              <a:buChar char="•"/>
            </a:pPr>
            <a:r>
              <a:rPr lang="en-US" sz="1200" dirty="0"/>
              <a:t>Firewall Configuration</a:t>
            </a:r>
          </a:p>
          <a:p>
            <a:pPr lvl="2" algn="l">
              <a:buFont typeface="Arial" panose="020B0604020202020204" pitchFamily="34" charset="0"/>
              <a:buChar char="•"/>
            </a:pPr>
            <a:r>
              <a:rPr lang="en-US" sz="1200" dirty="0"/>
              <a:t>Drive </a:t>
            </a:r>
            <a:r>
              <a:rPr lang="en-US" sz="1200" dirty="0" err="1"/>
              <a:t>Infos</a:t>
            </a:r>
            <a:endParaRPr lang="en-US" sz="1200" dirty="0"/>
          </a:p>
          <a:p>
            <a:pPr lvl="2" algn="l">
              <a:buFont typeface="Arial" panose="020B0604020202020204" pitchFamily="34" charset="0"/>
              <a:buChar char="•"/>
            </a:pPr>
            <a:r>
              <a:rPr lang="en-US" sz="1200" dirty="0"/>
              <a:t>Event Logs</a:t>
            </a:r>
          </a:p>
          <a:p>
            <a:pPr lvl="2" algn="l">
              <a:buFont typeface="Arial" panose="020B0604020202020204" pitchFamily="34" charset="0"/>
              <a:buChar char="•"/>
            </a:pPr>
            <a:r>
              <a:rPr lang="en-US" sz="1200" dirty="0"/>
              <a:t>Windows Security Details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dirty="0" err="1"/>
              <a:t>Reconhecer</a:t>
            </a:r>
            <a:r>
              <a:rPr lang="en-US" dirty="0"/>
              <a:t> </a:t>
            </a:r>
            <a:r>
              <a:rPr lang="en-US" dirty="0" err="1"/>
              <a:t>possiveis</a:t>
            </a:r>
            <a:r>
              <a:rPr lang="en-US" dirty="0"/>
              <a:t> </a:t>
            </a:r>
            <a:r>
              <a:rPr lang="en-US" dirty="0" err="1"/>
              <a:t>falhas</a:t>
            </a:r>
            <a:r>
              <a:rPr lang="en-US" dirty="0"/>
              <a:t> </a:t>
            </a:r>
            <a:r>
              <a:rPr lang="en-US" dirty="0" err="1"/>
              <a:t>ou</a:t>
            </a:r>
            <a:r>
              <a:rPr lang="en-US" dirty="0"/>
              <a:t> </a:t>
            </a:r>
            <a:r>
              <a:rPr lang="en-US" dirty="0" err="1"/>
              <a:t>auxencias</a:t>
            </a:r>
            <a:r>
              <a:rPr lang="en-US" dirty="0"/>
              <a:t> </a:t>
            </a:r>
            <a:r>
              <a:rPr lang="en-US" dirty="0" err="1"/>
              <a:t>dentro</a:t>
            </a:r>
            <a:r>
              <a:rPr lang="en-US" dirty="0"/>
              <a:t> do OCS-Inventory-ng</a:t>
            </a:r>
          </a:p>
        </p:txBody>
      </p:sp>
    </p:spTree>
    <p:extLst>
      <p:ext uri="{BB962C8B-B14F-4D97-AF65-F5344CB8AC3E}">
        <p14:creationId xmlns:p14="http://schemas.microsoft.com/office/powerpoint/2010/main" val="283465034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1" dur="500" fill="hold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500" fill="hold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7" dur="500" fill="hold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8" dur="500" fill="hold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3" dur="500" fill="hold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4" dur="500" fill="hold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9" dur="500" fill="hold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0" dur="500" fill="hold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5" dur="500" fill="hold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6" dur="500" fill="hold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1" dur="500" fill="hold"/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2" dur="500" fill="hold"/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5" name="Google Shape;565;p68"/>
          <p:cNvSpPr txBox="1">
            <a:spLocks noGrp="1"/>
          </p:cNvSpPr>
          <p:nvPr>
            <p:ph type="title"/>
          </p:nvPr>
        </p:nvSpPr>
        <p:spPr>
          <a:xfrm>
            <a:off x="3541025" y="1017150"/>
            <a:ext cx="5086443" cy="554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800" dirty="0"/>
              <a:t>Recomendações e boas práticas</a:t>
            </a:r>
            <a:endParaRPr sz="2800" dirty="0"/>
          </a:p>
        </p:txBody>
      </p:sp>
      <p:sp>
        <p:nvSpPr>
          <p:cNvPr id="566" name="Google Shape;566;p68"/>
          <p:cNvSpPr txBox="1">
            <a:spLocks noGrp="1"/>
          </p:cNvSpPr>
          <p:nvPr>
            <p:ph type="subTitle" idx="1"/>
          </p:nvPr>
        </p:nvSpPr>
        <p:spPr>
          <a:xfrm>
            <a:off x="3086099" y="1669923"/>
            <a:ext cx="5983941" cy="2179228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dirty="0" err="1"/>
              <a:t>Planear</a:t>
            </a:r>
            <a:r>
              <a:rPr lang="en-US" dirty="0"/>
              <a:t> </a:t>
            </a:r>
            <a:r>
              <a:rPr lang="en-US" dirty="0" err="1"/>
              <a:t>tudo</a:t>
            </a:r>
            <a:r>
              <a:rPr lang="en-US" dirty="0"/>
              <a:t> antes da </a:t>
            </a:r>
            <a:r>
              <a:rPr lang="en-US" dirty="0" err="1"/>
              <a:t>instalação</a:t>
            </a:r>
            <a:endParaRPr lang="en-US" dirty="0"/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dirty="0" err="1"/>
              <a:t>Automatizar</a:t>
            </a:r>
            <a:r>
              <a:rPr lang="en-US" dirty="0"/>
              <a:t> a </a:t>
            </a:r>
            <a:r>
              <a:rPr lang="en-US" dirty="0" err="1"/>
              <a:t>instalação</a:t>
            </a:r>
            <a:r>
              <a:rPr lang="en-US" dirty="0"/>
              <a:t> dos </a:t>
            </a:r>
            <a:r>
              <a:rPr lang="en-US" dirty="0" err="1"/>
              <a:t>agentes</a:t>
            </a:r>
            <a:endParaRPr lang="en-US" dirty="0"/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dirty="0" err="1"/>
              <a:t>Testar</a:t>
            </a:r>
            <a:r>
              <a:rPr lang="en-US" dirty="0"/>
              <a:t> </a:t>
            </a:r>
            <a:r>
              <a:rPr lang="en-US" dirty="0" err="1"/>
              <a:t>sempre</a:t>
            </a:r>
            <a:r>
              <a:rPr lang="en-US" dirty="0"/>
              <a:t> </a:t>
            </a:r>
            <a:r>
              <a:rPr lang="en-US" dirty="0" err="1"/>
              <a:t>os</a:t>
            </a:r>
            <a:r>
              <a:rPr lang="en-US" dirty="0"/>
              <a:t> </a:t>
            </a:r>
            <a:r>
              <a:rPr lang="en-US" dirty="0" err="1"/>
              <a:t>pacotes</a:t>
            </a:r>
            <a:r>
              <a:rPr lang="en-US" dirty="0"/>
              <a:t> antes de </a:t>
            </a:r>
            <a:r>
              <a:rPr lang="en-US" dirty="0" err="1"/>
              <a:t>instalar</a:t>
            </a:r>
            <a:endParaRPr lang="en-US" dirty="0"/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dirty="0" err="1"/>
              <a:t>Utilizar</a:t>
            </a:r>
            <a:r>
              <a:rPr lang="en-US" dirty="0"/>
              <a:t> </a:t>
            </a:r>
            <a:r>
              <a:rPr lang="en-US" i="1" dirty="0"/>
              <a:t>HTTPS</a:t>
            </a:r>
            <a:r>
              <a:rPr lang="en-US" dirty="0"/>
              <a:t> </a:t>
            </a:r>
            <a:r>
              <a:rPr lang="en-US" dirty="0" err="1"/>
              <a:t>sempre</a:t>
            </a:r>
            <a:r>
              <a:rPr lang="en-US" dirty="0"/>
              <a:t> que </a:t>
            </a:r>
            <a:r>
              <a:rPr lang="en-US" dirty="0" err="1"/>
              <a:t>possível</a:t>
            </a:r>
            <a:r>
              <a:rPr lang="en-US" dirty="0"/>
              <a:t> “</a:t>
            </a:r>
            <a:r>
              <a:rPr lang="en-US" dirty="0" err="1"/>
              <a:t>configuração</a:t>
            </a:r>
            <a:r>
              <a:rPr lang="en-US" dirty="0"/>
              <a:t> extra”</a:t>
            </a: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dirty="0" err="1"/>
              <a:t>Testar</a:t>
            </a:r>
            <a:r>
              <a:rPr lang="en-US" dirty="0"/>
              <a:t> </a:t>
            </a:r>
            <a:r>
              <a:rPr lang="en-US" dirty="0" err="1"/>
              <a:t>tudo</a:t>
            </a:r>
            <a:r>
              <a:rPr lang="en-US" dirty="0"/>
              <a:t> </a:t>
            </a:r>
            <a:r>
              <a:rPr lang="en-US" dirty="0" err="1"/>
              <a:t>em</a:t>
            </a:r>
            <a:r>
              <a:rPr lang="en-US" dirty="0"/>
              <a:t> </a:t>
            </a:r>
            <a:r>
              <a:rPr lang="en-US" dirty="0" err="1"/>
              <a:t>termos</a:t>
            </a:r>
            <a:r>
              <a:rPr lang="en-US" dirty="0"/>
              <a:t> de </a:t>
            </a:r>
            <a:r>
              <a:rPr lang="en-US" i="1" dirty="0"/>
              <a:t>IP</a:t>
            </a:r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90AFE0FB-A4A2-4D1B-BF1C-43A928F515B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0462" y="1294350"/>
            <a:ext cx="2905638" cy="2179228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6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6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56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56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56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56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56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56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56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56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66" grpId="0" build="p"/>
    </p:bldLst>
  </p:timing>
</p:sld>
</file>

<file path=ppt/theme/theme1.xml><?xml version="1.0" encoding="utf-8"?>
<a:theme xmlns:a="http://schemas.openxmlformats.org/drawingml/2006/main" name="Minimalist Business Slides XL by Slidesgo">
  <a:themeElements>
    <a:clrScheme name="Simple Light">
      <a:dk1>
        <a:srgbClr val="000000"/>
      </a:dk1>
      <a:lt1>
        <a:srgbClr val="E3E7F0"/>
      </a:lt1>
      <a:dk2>
        <a:srgbClr val="000000"/>
      </a:dk2>
      <a:lt2>
        <a:srgbClr val="E3E7F0"/>
      </a:lt2>
      <a:accent1>
        <a:srgbClr val="3F3533"/>
      </a:accent1>
      <a:accent2>
        <a:srgbClr val="3F3533"/>
      </a:accent2>
      <a:accent3>
        <a:srgbClr val="3F3533"/>
      </a:accent3>
      <a:accent4>
        <a:srgbClr val="3F3533"/>
      </a:accent4>
      <a:accent5>
        <a:srgbClr val="3F3533"/>
      </a:accent5>
      <a:accent6>
        <a:srgbClr val="3F3533"/>
      </a:accent6>
      <a:hlink>
        <a:srgbClr val="000000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557</TotalTime>
  <Words>494</Words>
  <Application>Microsoft Office PowerPoint</Application>
  <PresentationFormat>On-screen Show (16:9)</PresentationFormat>
  <Paragraphs>78</Paragraphs>
  <Slides>11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8" baseType="lpstr">
      <vt:lpstr>Montserrat</vt:lpstr>
      <vt:lpstr>Vidaloka</vt:lpstr>
      <vt:lpstr>Lato</vt:lpstr>
      <vt:lpstr>Arial</vt:lpstr>
      <vt:lpstr>Crimson Text</vt:lpstr>
      <vt:lpstr>Montserrat Medium</vt:lpstr>
      <vt:lpstr>Minimalist Business Slides XL by Slidesgo</vt:lpstr>
      <vt:lpstr>OCS Inventory NG</vt:lpstr>
      <vt:lpstr>Introdução</vt:lpstr>
      <vt:lpstr>Funcionamento</vt:lpstr>
      <vt:lpstr>Funcionamento</vt:lpstr>
      <vt:lpstr>Softwares compativeis</vt:lpstr>
      <vt:lpstr>Agentes</vt:lpstr>
      <vt:lpstr>Website (http) para gestão:</vt:lpstr>
      <vt:lpstr>Porque devo utilizar ?</vt:lpstr>
      <vt:lpstr>Explicação dos laboratórios criados</vt:lpstr>
      <vt:lpstr>Continuação da explicação</vt:lpstr>
      <vt:lpstr>Recomendações e boas práticas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OCS Inventory NG</dc:title>
  <dc:creator>T0133589</dc:creator>
  <cp:lastModifiedBy>Rafael Coelho de Carvalho</cp:lastModifiedBy>
  <cp:revision>32</cp:revision>
  <dcterms:modified xsi:type="dcterms:W3CDTF">2026-01-23T11:02:39Z</dcterms:modified>
</cp:coreProperties>
</file>